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heme/theme2.xml" ContentType="application/vnd.openxmlformats-officedocument.theme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heme/theme3.xml" ContentType="application/vnd.openxmlformats-officedocument.theme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8" r:id="rId3"/>
    <p:sldId id="260" r:id="rId4"/>
    <p:sldId id="259" r:id="rId5"/>
    <p:sldId id="261" r:id="rId6"/>
    <p:sldId id="262" r:id="rId7"/>
    <p:sldId id="263" r:id="rId8"/>
    <p:sldId id="257" r:id="rId9"/>
    <p:sldId id="264" r:id="rId10"/>
    <p:sldId id="265" r:id="rId11"/>
  </p:sldIdLst>
  <p:sldSz cx="12192000" cy="6858000"/>
  <p:notesSz cx="6858000" cy="9144000"/>
  <p:custDataLst>
    <p:tags r:id="rId14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160">
          <p15:clr>
            <a:srgbClr val="A4A3A4"/>
          </p15:clr>
        </p15:guide>
        <p15:guide id="4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ristina Drimmel" initials="CD" lastIdx="132" clrIdx="0">
    <p:extLst>
      <p:ext uri="{19B8F6BF-5375-455C-9EA6-DF929625EA0E}">
        <p15:presenceInfo xmlns:p15="http://schemas.microsoft.com/office/powerpoint/2012/main" userId="Christina Drimmel" providerId="None"/>
      </p:ext>
    </p:extLst>
  </p:cmAuthor>
  <p:cmAuthor id="2" name="Springer" initials="S" lastIdx="18" clrIdx="1">
    <p:extLst>
      <p:ext uri="{19B8F6BF-5375-455C-9EA6-DF929625EA0E}">
        <p15:presenceInfo xmlns:p15="http://schemas.microsoft.com/office/powerpoint/2012/main" userId="Springer" providerId="None"/>
      </p:ext>
    </p:extLst>
  </p:cmAuthor>
  <p:cmAuthor id="3" name="Sebastian" initials="S" lastIdx="33" clrIdx="2">
    <p:extLst>
      <p:ext uri="{19B8F6BF-5375-455C-9EA6-DF929625EA0E}">
        <p15:presenceInfo xmlns:p15="http://schemas.microsoft.com/office/powerpoint/2012/main" userId="Sebastia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DAFC9"/>
    <a:srgbClr val="7DA4C1"/>
    <a:srgbClr val="6190B3"/>
    <a:srgbClr val="4C7B9E"/>
    <a:srgbClr val="3E6582"/>
    <a:srgbClr val="BAC7D5"/>
    <a:srgbClr val="456F90"/>
    <a:srgbClr val="8CA6BF"/>
    <a:srgbClr val="A4B7CA"/>
    <a:srgbClr val="4B78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7177FD-E4F6-4F38-A282-DDD8864A0697}" v="14" dt="2025-11-06T15:53:48.4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5028" autoAdjust="0"/>
  </p:normalViewPr>
  <p:slideViewPr>
    <p:cSldViewPr snapToGrid="0" showGuides="1">
      <p:cViewPr>
        <p:scale>
          <a:sx n="75" d="100"/>
          <a:sy n="75" d="100"/>
        </p:scale>
        <p:origin x="693" y="32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698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-10363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rn, Thomas Anton" userId="38651204-2380-4a1e-bfd9-6bf2259e4e7b" providerId="ADAL" clId="{E2770500-AEF5-4D64-82CF-42FDBC44477D}"/>
    <pc:docChg chg="undo custSel addSld modSld sldOrd">
      <pc:chgData name="Kern, Thomas Anton" userId="38651204-2380-4a1e-bfd9-6bf2259e4e7b" providerId="ADAL" clId="{E2770500-AEF5-4D64-82CF-42FDBC44477D}" dt="2025-11-06T16:15:39.737" v="2670" actId="20577"/>
      <pc:docMkLst>
        <pc:docMk/>
      </pc:docMkLst>
      <pc:sldChg chg="modSp mod">
        <pc:chgData name="Kern, Thomas Anton" userId="38651204-2380-4a1e-bfd9-6bf2259e4e7b" providerId="ADAL" clId="{E2770500-AEF5-4D64-82CF-42FDBC44477D}" dt="2025-11-06T14:55:52.612" v="122" actId="20577"/>
        <pc:sldMkLst>
          <pc:docMk/>
          <pc:sldMk cId="2128955152" sldId="256"/>
        </pc:sldMkLst>
        <pc:spChg chg="mod">
          <ac:chgData name="Kern, Thomas Anton" userId="38651204-2380-4a1e-bfd9-6bf2259e4e7b" providerId="ADAL" clId="{E2770500-AEF5-4D64-82CF-42FDBC44477D}" dt="2025-11-06T14:55:52.612" v="122" actId="20577"/>
          <ac:spMkLst>
            <pc:docMk/>
            <pc:sldMk cId="2128955152" sldId="256"/>
            <ac:spMk id="5" creationId="{5EB6D3B6-ADF7-234B-07F1-CED667309204}"/>
          </ac:spMkLst>
        </pc:spChg>
        <pc:spChg chg="mod">
          <ac:chgData name="Kern, Thomas Anton" userId="38651204-2380-4a1e-bfd9-6bf2259e4e7b" providerId="ADAL" clId="{E2770500-AEF5-4D64-82CF-42FDBC44477D}" dt="2025-11-06T14:52:33.655" v="49" actId="20577"/>
          <ac:spMkLst>
            <pc:docMk/>
            <pc:sldMk cId="2128955152" sldId="256"/>
            <ac:spMk id="6" creationId="{BB6B6909-B9A9-3455-1FF4-5F62BAD5EAE0}"/>
          </ac:spMkLst>
        </pc:spChg>
      </pc:sldChg>
      <pc:sldChg chg="addSp delSp modSp mod ord modClrScheme chgLayout">
        <pc:chgData name="Kern, Thomas Anton" userId="38651204-2380-4a1e-bfd9-6bf2259e4e7b" providerId="ADAL" clId="{E2770500-AEF5-4D64-82CF-42FDBC44477D}" dt="2025-11-06T15:48:22.875" v="1805" actId="20577"/>
        <pc:sldMkLst>
          <pc:docMk/>
          <pc:sldMk cId="2362564948" sldId="257"/>
        </pc:sldMkLst>
        <pc:spChg chg="del mod ord">
          <ac:chgData name="Kern, Thomas Anton" userId="38651204-2380-4a1e-bfd9-6bf2259e4e7b" providerId="ADAL" clId="{E2770500-AEF5-4D64-82CF-42FDBC44477D}" dt="2025-11-06T14:52:42.112" v="50" actId="700"/>
          <ac:spMkLst>
            <pc:docMk/>
            <pc:sldMk cId="2362564948" sldId="257"/>
            <ac:spMk id="2" creationId="{12699AE0-58EE-CD46-9F13-C522A8DFDA00}"/>
          </ac:spMkLst>
        </pc:spChg>
        <pc:spChg chg="del">
          <ac:chgData name="Kern, Thomas Anton" userId="38651204-2380-4a1e-bfd9-6bf2259e4e7b" providerId="ADAL" clId="{E2770500-AEF5-4D64-82CF-42FDBC44477D}" dt="2025-11-06T14:52:42.112" v="50" actId="700"/>
          <ac:spMkLst>
            <pc:docMk/>
            <pc:sldMk cId="2362564948" sldId="257"/>
            <ac:spMk id="3" creationId="{096A3988-6BAF-902A-6B28-EB830A7FBB5A}"/>
          </ac:spMkLst>
        </pc:spChg>
        <pc:spChg chg="del mod ord">
          <ac:chgData name="Kern, Thomas Anton" userId="38651204-2380-4a1e-bfd9-6bf2259e4e7b" providerId="ADAL" clId="{E2770500-AEF5-4D64-82CF-42FDBC44477D}" dt="2025-11-06T14:52:42.112" v="50" actId="700"/>
          <ac:spMkLst>
            <pc:docMk/>
            <pc:sldMk cId="2362564948" sldId="257"/>
            <ac:spMk id="4" creationId="{1E6FFDA5-DF34-B018-C9F8-EB2F448094F6}"/>
          </ac:spMkLst>
        </pc:spChg>
        <pc:spChg chg="del mod ord">
          <ac:chgData name="Kern, Thomas Anton" userId="38651204-2380-4a1e-bfd9-6bf2259e4e7b" providerId="ADAL" clId="{E2770500-AEF5-4D64-82CF-42FDBC44477D}" dt="2025-11-06T14:52:42.112" v="50" actId="700"/>
          <ac:spMkLst>
            <pc:docMk/>
            <pc:sldMk cId="2362564948" sldId="257"/>
            <ac:spMk id="5" creationId="{4160D09A-45EF-32B3-36CA-A21D6F069BCE}"/>
          </ac:spMkLst>
        </pc:spChg>
        <pc:spChg chg="add mod ord">
          <ac:chgData name="Kern, Thomas Anton" userId="38651204-2380-4a1e-bfd9-6bf2259e4e7b" providerId="ADAL" clId="{E2770500-AEF5-4D64-82CF-42FDBC44477D}" dt="2025-11-06T15:48:12.896" v="1798" actId="700"/>
          <ac:spMkLst>
            <pc:docMk/>
            <pc:sldMk cId="2362564948" sldId="257"/>
            <ac:spMk id="6" creationId="{EA9C8B7C-0F2E-740C-6A60-B8B0DAF41B36}"/>
          </ac:spMkLst>
        </pc:spChg>
        <pc:spChg chg="add mod ord">
          <ac:chgData name="Kern, Thomas Anton" userId="38651204-2380-4a1e-bfd9-6bf2259e4e7b" providerId="ADAL" clId="{E2770500-AEF5-4D64-82CF-42FDBC44477D}" dt="2025-11-06T15:48:20.975" v="1803" actId="20577"/>
          <ac:spMkLst>
            <pc:docMk/>
            <pc:sldMk cId="2362564948" sldId="257"/>
            <ac:spMk id="7" creationId="{4CEBFE81-6A83-2AA0-314D-C89E3D10170D}"/>
          </ac:spMkLst>
        </pc:spChg>
        <pc:spChg chg="add del mod ord">
          <ac:chgData name="Kern, Thomas Anton" userId="38651204-2380-4a1e-bfd9-6bf2259e4e7b" providerId="ADAL" clId="{E2770500-AEF5-4D64-82CF-42FDBC44477D}" dt="2025-11-06T15:00:14.368" v="219" actId="478"/>
          <ac:spMkLst>
            <pc:docMk/>
            <pc:sldMk cId="2362564948" sldId="257"/>
            <ac:spMk id="8" creationId="{BCBEB0B1-21EA-F006-C0A4-1BA61B29D6A7}"/>
          </ac:spMkLst>
        </pc:spChg>
        <pc:spChg chg="mod ord">
          <ac:chgData name="Kern, Thomas Anton" userId="38651204-2380-4a1e-bfd9-6bf2259e4e7b" providerId="ADAL" clId="{E2770500-AEF5-4D64-82CF-42FDBC44477D}" dt="2025-11-06T15:48:12.896" v="1798" actId="700"/>
          <ac:spMkLst>
            <pc:docMk/>
            <pc:sldMk cId="2362564948" sldId="257"/>
            <ac:spMk id="9" creationId="{A20F7977-50B4-0F3E-CE77-6F5109C1387B}"/>
          </ac:spMkLst>
        </pc:spChg>
        <pc:spChg chg="mod ord">
          <ac:chgData name="Kern, Thomas Anton" userId="38651204-2380-4a1e-bfd9-6bf2259e4e7b" providerId="ADAL" clId="{E2770500-AEF5-4D64-82CF-42FDBC44477D}" dt="2025-11-06T15:48:12.896" v="1798" actId="700"/>
          <ac:spMkLst>
            <pc:docMk/>
            <pc:sldMk cId="2362564948" sldId="257"/>
            <ac:spMk id="10" creationId="{D41B723E-5741-8DE8-AA9F-2736DCE406CF}"/>
          </ac:spMkLst>
        </pc:spChg>
        <pc:spChg chg="add mod ord">
          <ac:chgData name="Kern, Thomas Anton" userId="38651204-2380-4a1e-bfd9-6bf2259e4e7b" providerId="ADAL" clId="{E2770500-AEF5-4D64-82CF-42FDBC44477D}" dt="2025-11-06T15:48:22.875" v="1805" actId="20577"/>
          <ac:spMkLst>
            <pc:docMk/>
            <pc:sldMk cId="2362564948" sldId="257"/>
            <ac:spMk id="11" creationId="{A53D17AB-4A5C-9D6C-6EB2-5C578C5B9417}"/>
          </ac:spMkLst>
        </pc:spChg>
        <pc:spChg chg="add mod ord">
          <ac:chgData name="Kern, Thomas Anton" userId="38651204-2380-4a1e-bfd9-6bf2259e4e7b" providerId="ADAL" clId="{E2770500-AEF5-4D64-82CF-42FDBC44477D}" dt="2025-11-06T15:48:12.896" v="1798" actId="700"/>
          <ac:spMkLst>
            <pc:docMk/>
            <pc:sldMk cId="2362564948" sldId="257"/>
            <ac:spMk id="12" creationId="{C9BABDEA-3341-79F6-91DF-9324961E52B3}"/>
          </ac:spMkLst>
        </pc:spChg>
        <pc:spChg chg="add del mod ord">
          <ac:chgData name="Kern, Thomas Anton" userId="38651204-2380-4a1e-bfd9-6bf2259e4e7b" providerId="ADAL" clId="{E2770500-AEF5-4D64-82CF-42FDBC44477D}" dt="2025-11-06T15:47:02.824" v="1624" actId="478"/>
          <ac:spMkLst>
            <pc:docMk/>
            <pc:sldMk cId="2362564948" sldId="257"/>
            <ac:spMk id="13" creationId="{1761192F-C2F8-09EA-75EF-B3343C2F4AF8}"/>
          </ac:spMkLst>
        </pc:spChg>
        <pc:spChg chg="add del mod ord">
          <ac:chgData name="Kern, Thomas Anton" userId="38651204-2380-4a1e-bfd9-6bf2259e4e7b" providerId="ADAL" clId="{E2770500-AEF5-4D64-82CF-42FDBC44477D}" dt="2025-11-06T15:47:03.995" v="1625" actId="478"/>
          <ac:spMkLst>
            <pc:docMk/>
            <pc:sldMk cId="2362564948" sldId="257"/>
            <ac:spMk id="14" creationId="{2F299FF6-C44E-2177-E321-3F57C017A9D2}"/>
          </ac:spMkLst>
        </pc:spChg>
        <pc:spChg chg="add del mod ord">
          <ac:chgData name="Kern, Thomas Anton" userId="38651204-2380-4a1e-bfd9-6bf2259e4e7b" providerId="ADAL" clId="{E2770500-AEF5-4D64-82CF-42FDBC44477D}" dt="2025-11-06T15:48:16.623" v="1799" actId="478"/>
          <ac:spMkLst>
            <pc:docMk/>
            <pc:sldMk cId="2362564948" sldId="257"/>
            <ac:spMk id="15" creationId="{1537A0C9-3582-8C3C-07FA-3A35D4C7CCF5}"/>
          </ac:spMkLst>
        </pc:spChg>
        <pc:spChg chg="add del mod ord">
          <ac:chgData name="Kern, Thomas Anton" userId="38651204-2380-4a1e-bfd9-6bf2259e4e7b" providerId="ADAL" clId="{E2770500-AEF5-4D64-82CF-42FDBC44477D}" dt="2025-11-06T15:48:18.080" v="1800" actId="478"/>
          <ac:spMkLst>
            <pc:docMk/>
            <pc:sldMk cId="2362564948" sldId="257"/>
            <ac:spMk id="16" creationId="{06DB1F51-74A1-F04B-E1A8-372FA7B74724}"/>
          </ac:spMkLst>
        </pc:spChg>
      </pc:sldChg>
      <pc:sldChg chg="addSp delSp modSp new mod modClrScheme chgLayout">
        <pc:chgData name="Kern, Thomas Anton" userId="38651204-2380-4a1e-bfd9-6bf2259e4e7b" providerId="ADAL" clId="{E2770500-AEF5-4D64-82CF-42FDBC44477D}" dt="2025-11-06T15:23:04.099" v="874" actId="20577"/>
        <pc:sldMkLst>
          <pc:docMk/>
          <pc:sldMk cId="250222822" sldId="258"/>
        </pc:sldMkLst>
        <pc:spChg chg="del mod ord">
          <ac:chgData name="Kern, Thomas Anton" userId="38651204-2380-4a1e-bfd9-6bf2259e4e7b" providerId="ADAL" clId="{E2770500-AEF5-4D64-82CF-42FDBC44477D}" dt="2025-11-06T15:01:57.762" v="341" actId="700"/>
          <ac:spMkLst>
            <pc:docMk/>
            <pc:sldMk cId="250222822" sldId="258"/>
            <ac:spMk id="2" creationId="{94118089-9D6F-23EE-F811-654BEC760B35}"/>
          </ac:spMkLst>
        </pc:spChg>
        <pc:spChg chg="del mod ord">
          <ac:chgData name="Kern, Thomas Anton" userId="38651204-2380-4a1e-bfd9-6bf2259e4e7b" providerId="ADAL" clId="{E2770500-AEF5-4D64-82CF-42FDBC44477D}" dt="2025-11-06T15:01:57.762" v="341" actId="700"/>
          <ac:spMkLst>
            <pc:docMk/>
            <pc:sldMk cId="250222822" sldId="258"/>
            <ac:spMk id="3" creationId="{6B495669-33F3-E875-F2F4-F4155F3565EB}"/>
          </ac:spMkLst>
        </pc:spChg>
        <pc:spChg chg="del mod ord">
          <ac:chgData name="Kern, Thomas Anton" userId="38651204-2380-4a1e-bfd9-6bf2259e4e7b" providerId="ADAL" clId="{E2770500-AEF5-4D64-82CF-42FDBC44477D}" dt="2025-11-06T15:01:57.762" v="341" actId="700"/>
          <ac:spMkLst>
            <pc:docMk/>
            <pc:sldMk cId="250222822" sldId="258"/>
            <ac:spMk id="4" creationId="{C28E3230-4E30-675F-019C-C4F15B8FCA7D}"/>
          </ac:spMkLst>
        </pc:spChg>
        <pc:spChg chg="mod ord">
          <ac:chgData name="Kern, Thomas Anton" userId="38651204-2380-4a1e-bfd9-6bf2259e4e7b" providerId="ADAL" clId="{E2770500-AEF5-4D64-82CF-42FDBC44477D}" dt="2025-11-06T15:05:20.541" v="373" actId="700"/>
          <ac:spMkLst>
            <pc:docMk/>
            <pc:sldMk cId="250222822" sldId="258"/>
            <ac:spMk id="5" creationId="{F46EAAEC-1F9F-B69A-A836-81055548CC93}"/>
          </ac:spMkLst>
        </pc:spChg>
        <pc:spChg chg="mod ord">
          <ac:chgData name="Kern, Thomas Anton" userId="38651204-2380-4a1e-bfd9-6bf2259e4e7b" providerId="ADAL" clId="{E2770500-AEF5-4D64-82CF-42FDBC44477D}" dt="2025-11-06T15:05:20.541" v="373" actId="700"/>
          <ac:spMkLst>
            <pc:docMk/>
            <pc:sldMk cId="250222822" sldId="258"/>
            <ac:spMk id="6" creationId="{19C841EA-A058-A1EE-7AA6-8982D119C56F}"/>
          </ac:spMkLst>
        </pc:spChg>
        <pc:spChg chg="add mod ord">
          <ac:chgData name="Kern, Thomas Anton" userId="38651204-2380-4a1e-bfd9-6bf2259e4e7b" providerId="ADAL" clId="{E2770500-AEF5-4D64-82CF-42FDBC44477D}" dt="2025-11-06T15:04:49.475" v="371" actId="20577"/>
          <ac:spMkLst>
            <pc:docMk/>
            <pc:sldMk cId="250222822" sldId="258"/>
            <ac:spMk id="7" creationId="{BF738408-945C-D10F-CEC3-F0BC1BFC84E5}"/>
          </ac:spMkLst>
        </pc:spChg>
        <pc:spChg chg="add del mod ord">
          <ac:chgData name="Kern, Thomas Anton" userId="38651204-2380-4a1e-bfd9-6bf2259e4e7b" providerId="ADAL" clId="{E2770500-AEF5-4D64-82CF-42FDBC44477D}" dt="2025-11-06T15:05:05.233" v="372" actId="700"/>
          <ac:spMkLst>
            <pc:docMk/>
            <pc:sldMk cId="250222822" sldId="258"/>
            <ac:spMk id="8" creationId="{BC9801F3-D969-4CD5-0170-3E03DD95AF32}"/>
          </ac:spMkLst>
        </pc:spChg>
        <pc:spChg chg="add del mod ord">
          <ac:chgData name="Kern, Thomas Anton" userId="38651204-2380-4a1e-bfd9-6bf2259e4e7b" providerId="ADAL" clId="{E2770500-AEF5-4D64-82CF-42FDBC44477D}" dt="2025-11-06T15:05:05.233" v="372" actId="700"/>
          <ac:spMkLst>
            <pc:docMk/>
            <pc:sldMk cId="250222822" sldId="258"/>
            <ac:spMk id="9" creationId="{7EA33615-6674-F128-A081-18D339E2B38F}"/>
          </ac:spMkLst>
        </pc:spChg>
        <pc:spChg chg="add del mod ord">
          <ac:chgData name="Kern, Thomas Anton" userId="38651204-2380-4a1e-bfd9-6bf2259e4e7b" providerId="ADAL" clId="{E2770500-AEF5-4D64-82CF-42FDBC44477D}" dt="2025-11-06T15:05:05.233" v="372" actId="700"/>
          <ac:spMkLst>
            <pc:docMk/>
            <pc:sldMk cId="250222822" sldId="258"/>
            <ac:spMk id="10" creationId="{8956C7E2-2A24-02C3-5A32-468F8543F1A8}"/>
          </ac:spMkLst>
        </pc:spChg>
        <pc:spChg chg="add del mod ord">
          <ac:chgData name="Kern, Thomas Anton" userId="38651204-2380-4a1e-bfd9-6bf2259e4e7b" providerId="ADAL" clId="{E2770500-AEF5-4D64-82CF-42FDBC44477D}" dt="2025-11-06T15:05:05.233" v="372" actId="700"/>
          <ac:spMkLst>
            <pc:docMk/>
            <pc:sldMk cId="250222822" sldId="258"/>
            <ac:spMk id="11" creationId="{86D378F7-CD39-4D5B-E59C-CAB2BC6A9A5B}"/>
          </ac:spMkLst>
        </pc:spChg>
        <pc:spChg chg="add del mod ord">
          <ac:chgData name="Kern, Thomas Anton" userId="38651204-2380-4a1e-bfd9-6bf2259e4e7b" providerId="ADAL" clId="{E2770500-AEF5-4D64-82CF-42FDBC44477D}" dt="2025-11-06T15:05:20.541" v="373" actId="700"/>
          <ac:spMkLst>
            <pc:docMk/>
            <pc:sldMk cId="250222822" sldId="258"/>
            <ac:spMk id="12" creationId="{703A9C10-5EA3-2116-9162-AB07354BF009}"/>
          </ac:spMkLst>
        </pc:spChg>
        <pc:spChg chg="add mod ord">
          <ac:chgData name="Kern, Thomas Anton" userId="38651204-2380-4a1e-bfd9-6bf2259e4e7b" providerId="ADAL" clId="{E2770500-AEF5-4D64-82CF-42FDBC44477D}" dt="2025-11-06T15:05:05.233" v="372" actId="700"/>
          <ac:spMkLst>
            <pc:docMk/>
            <pc:sldMk cId="250222822" sldId="258"/>
            <ac:spMk id="13" creationId="{6F5ADD8E-74B2-F9F0-24CC-D7A7202DBECF}"/>
          </ac:spMkLst>
        </pc:spChg>
        <pc:spChg chg="add del mod ord">
          <ac:chgData name="Kern, Thomas Anton" userId="38651204-2380-4a1e-bfd9-6bf2259e4e7b" providerId="ADAL" clId="{E2770500-AEF5-4D64-82CF-42FDBC44477D}" dt="2025-11-06T15:05:20.541" v="373" actId="700"/>
          <ac:spMkLst>
            <pc:docMk/>
            <pc:sldMk cId="250222822" sldId="258"/>
            <ac:spMk id="14" creationId="{7206782E-8E0B-A2EA-9570-A68412575581}"/>
          </ac:spMkLst>
        </pc:spChg>
        <pc:spChg chg="add mod ord">
          <ac:chgData name="Kern, Thomas Anton" userId="38651204-2380-4a1e-bfd9-6bf2259e4e7b" providerId="ADAL" clId="{E2770500-AEF5-4D64-82CF-42FDBC44477D}" dt="2025-11-06T15:05:05.233" v="372" actId="700"/>
          <ac:spMkLst>
            <pc:docMk/>
            <pc:sldMk cId="250222822" sldId="258"/>
            <ac:spMk id="15" creationId="{3A5C834F-0C87-D324-E2E6-532C89F788EC}"/>
          </ac:spMkLst>
        </pc:spChg>
        <pc:spChg chg="add del mod ord">
          <ac:chgData name="Kern, Thomas Anton" userId="38651204-2380-4a1e-bfd9-6bf2259e4e7b" providerId="ADAL" clId="{E2770500-AEF5-4D64-82CF-42FDBC44477D}" dt="2025-11-06T15:05:20.541" v="373" actId="700"/>
          <ac:spMkLst>
            <pc:docMk/>
            <pc:sldMk cId="250222822" sldId="258"/>
            <ac:spMk id="16" creationId="{98C32444-E702-3650-6BC6-633E61AA4427}"/>
          </ac:spMkLst>
        </pc:spChg>
        <pc:spChg chg="del mod ord">
          <ac:chgData name="Kern, Thomas Anton" userId="38651204-2380-4a1e-bfd9-6bf2259e4e7b" providerId="ADAL" clId="{E2770500-AEF5-4D64-82CF-42FDBC44477D}" dt="2025-11-06T15:05:20.541" v="373" actId="700"/>
          <ac:spMkLst>
            <pc:docMk/>
            <pc:sldMk cId="250222822" sldId="258"/>
            <ac:spMk id="17" creationId="{6040E6EB-3920-D43F-78BF-0741716B7373}"/>
          </ac:spMkLst>
        </pc:spChg>
        <pc:spChg chg="mod">
          <ac:chgData name="Kern, Thomas Anton" userId="38651204-2380-4a1e-bfd9-6bf2259e4e7b" providerId="ADAL" clId="{E2770500-AEF5-4D64-82CF-42FDBC44477D}" dt="2025-11-06T15:11:13.922" v="744" actId="20577"/>
          <ac:spMkLst>
            <pc:docMk/>
            <pc:sldMk cId="250222822" sldId="258"/>
            <ac:spMk id="18" creationId="{7F0432A9-759F-C46E-6087-D02CC1D44912}"/>
          </ac:spMkLst>
        </pc:spChg>
        <pc:spChg chg="mod">
          <ac:chgData name="Kern, Thomas Anton" userId="38651204-2380-4a1e-bfd9-6bf2259e4e7b" providerId="ADAL" clId="{E2770500-AEF5-4D64-82CF-42FDBC44477D}" dt="2025-11-06T15:09:45.041" v="588" actId="20577"/>
          <ac:spMkLst>
            <pc:docMk/>
            <pc:sldMk cId="250222822" sldId="258"/>
            <ac:spMk id="19" creationId="{B143E921-C10F-453A-5E2C-118EC322709C}"/>
          </ac:spMkLst>
        </pc:spChg>
        <pc:spChg chg="add mod ord">
          <ac:chgData name="Kern, Thomas Anton" userId="38651204-2380-4a1e-bfd9-6bf2259e4e7b" providerId="ADAL" clId="{E2770500-AEF5-4D64-82CF-42FDBC44477D}" dt="2025-11-06T15:23:04.099" v="874" actId="20577"/>
          <ac:spMkLst>
            <pc:docMk/>
            <pc:sldMk cId="250222822" sldId="258"/>
            <ac:spMk id="20" creationId="{83CD6368-3AD3-9FCE-A98D-14DC11F949FB}"/>
          </ac:spMkLst>
        </pc:spChg>
        <pc:spChg chg="add mod ord">
          <ac:chgData name="Kern, Thomas Anton" userId="38651204-2380-4a1e-bfd9-6bf2259e4e7b" providerId="ADAL" clId="{E2770500-AEF5-4D64-82CF-42FDBC44477D}" dt="2025-11-06T15:11:19.345" v="756" actId="20577"/>
          <ac:spMkLst>
            <pc:docMk/>
            <pc:sldMk cId="250222822" sldId="258"/>
            <ac:spMk id="21" creationId="{F85CA39E-D7D6-DDDC-2073-1B113B5B14F1}"/>
          </ac:spMkLst>
        </pc:spChg>
        <pc:spChg chg="add del mod ord">
          <ac:chgData name="Kern, Thomas Anton" userId="38651204-2380-4a1e-bfd9-6bf2259e4e7b" providerId="ADAL" clId="{E2770500-AEF5-4D64-82CF-42FDBC44477D}" dt="2025-11-06T15:07:43.959" v="433" actId="478"/>
          <ac:spMkLst>
            <pc:docMk/>
            <pc:sldMk cId="250222822" sldId="258"/>
            <ac:spMk id="22" creationId="{921BFB6F-F9A9-EE7E-778B-22F2825F043A}"/>
          </ac:spMkLst>
        </pc:spChg>
        <pc:spChg chg="add del mod ord">
          <ac:chgData name="Kern, Thomas Anton" userId="38651204-2380-4a1e-bfd9-6bf2259e4e7b" providerId="ADAL" clId="{E2770500-AEF5-4D64-82CF-42FDBC44477D}" dt="2025-11-06T15:07:45.867" v="434" actId="478"/>
          <ac:spMkLst>
            <pc:docMk/>
            <pc:sldMk cId="250222822" sldId="258"/>
            <ac:spMk id="23" creationId="{0ECBFF28-FC2B-7E9D-1B65-3ECE36BE7617}"/>
          </ac:spMkLst>
        </pc:spChg>
      </pc:sldChg>
      <pc:sldChg chg="addSp delSp modSp new mod modClrScheme chgLayout">
        <pc:chgData name="Kern, Thomas Anton" userId="38651204-2380-4a1e-bfd9-6bf2259e4e7b" providerId="ADAL" clId="{E2770500-AEF5-4D64-82CF-42FDBC44477D}" dt="2025-11-06T15:32:11.985" v="1224" actId="478"/>
        <pc:sldMkLst>
          <pc:docMk/>
          <pc:sldMk cId="3656716256" sldId="259"/>
        </pc:sldMkLst>
        <pc:spChg chg="mod ord">
          <ac:chgData name="Kern, Thomas Anton" userId="38651204-2380-4a1e-bfd9-6bf2259e4e7b" providerId="ADAL" clId="{E2770500-AEF5-4D64-82CF-42FDBC44477D}" dt="2025-11-06T15:30:50.734" v="1220" actId="700"/>
          <ac:spMkLst>
            <pc:docMk/>
            <pc:sldMk cId="3656716256" sldId="259"/>
            <ac:spMk id="2" creationId="{05B20E97-71AB-6C81-8DD2-46480B3AB1DD}"/>
          </ac:spMkLst>
        </pc:spChg>
        <pc:spChg chg="del mod ord">
          <ac:chgData name="Kern, Thomas Anton" userId="38651204-2380-4a1e-bfd9-6bf2259e4e7b" providerId="ADAL" clId="{E2770500-AEF5-4D64-82CF-42FDBC44477D}" dt="2025-11-06T15:13:05.615" v="841" actId="700"/>
          <ac:spMkLst>
            <pc:docMk/>
            <pc:sldMk cId="3656716256" sldId="259"/>
            <ac:spMk id="3" creationId="{6983E098-BB8C-56AC-6E6B-7C1A42B00957}"/>
          </ac:spMkLst>
        </pc:spChg>
        <pc:spChg chg="del mod ord">
          <ac:chgData name="Kern, Thomas Anton" userId="38651204-2380-4a1e-bfd9-6bf2259e4e7b" providerId="ADAL" clId="{E2770500-AEF5-4D64-82CF-42FDBC44477D}" dt="2025-11-06T15:13:05.615" v="841" actId="700"/>
          <ac:spMkLst>
            <pc:docMk/>
            <pc:sldMk cId="3656716256" sldId="259"/>
            <ac:spMk id="4" creationId="{42D3CC6F-D171-1B97-821F-278E0214D1C9}"/>
          </ac:spMkLst>
        </pc:spChg>
        <pc:spChg chg="del">
          <ac:chgData name="Kern, Thomas Anton" userId="38651204-2380-4a1e-bfd9-6bf2259e4e7b" providerId="ADAL" clId="{E2770500-AEF5-4D64-82CF-42FDBC44477D}" dt="2025-11-06T15:13:05.615" v="841" actId="700"/>
          <ac:spMkLst>
            <pc:docMk/>
            <pc:sldMk cId="3656716256" sldId="259"/>
            <ac:spMk id="5" creationId="{C224B11F-97E7-182B-6408-EDF9CF28D998}"/>
          </ac:spMkLst>
        </pc:spChg>
        <pc:spChg chg="del">
          <ac:chgData name="Kern, Thomas Anton" userId="38651204-2380-4a1e-bfd9-6bf2259e4e7b" providerId="ADAL" clId="{E2770500-AEF5-4D64-82CF-42FDBC44477D}" dt="2025-11-06T15:13:05.615" v="841" actId="700"/>
          <ac:spMkLst>
            <pc:docMk/>
            <pc:sldMk cId="3656716256" sldId="259"/>
            <ac:spMk id="7" creationId="{5A100E3B-839D-167D-4F08-2364144F59C0}"/>
          </ac:spMkLst>
        </pc:spChg>
        <pc:spChg chg="del">
          <ac:chgData name="Kern, Thomas Anton" userId="38651204-2380-4a1e-bfd9-6bf2259e4e7b" providerId="ADAL" clId="{E2770500-AEF5-4D64-82CF-42FDBC44477D}" dt="2025-11-06T15:13:05.615" v="841" actId="700"/>
          <ac:spMkLst>
            <pc:docMk/>
            <pc:sldMk cId="3656716256" sldId="259"/>
            <ac:spMk id="8" creationId="{FA303087-EDD5-EAE1-CCFC-3C8986EF1724}"/>
          </ac:spMkLst>
        </pc:spChg>
        <pc:spChg chg="mod ord">
          <ac:chgData name="Kern, Thomas Anton" userId="38651204-2380-4a1e-bfd9-6bf2259e4e7b" providerId="ADAL" clId="{E2770500-AEF5-4D64-82CF-42FDBC44477D}" dt="2025-11-06T15:30:50.734" v="1220" actId="700"/>
          <ac:spMkLst>
            <pc:docMk/>
            <pc:sldMk cId="3656716256" sldId="259"/>
            <ac:spMk id="9" creationId="{518D6C10-37B9-4253-2F71-40E3250B4C8A}"/>
          </ac:spMkLst>
        </pc:spChg>
        <pc:spChg chg="add mod ord">
          <ac:chgData name="Kern, Thomas Anton" userId="38651204-2380-4a1e-bfd9-6bf2259e4e7b" providerId="ADAL" clId="{E2770500-AEF5-4D64-82CF-42FDBC44477D}" dt="2025-11-06T15:30:50.734" v="1220" actId="700"/>
          <ac:spMkLst>
            <pc:docMk/>
            <pc:sldMk cId="3656716256" sldId="259"/>
            <ac:spMk id="10" creationId="{FD71C8F3-3A44-2B98-0C15-EA88DEA8A33E}"/>
          </ac:spMkLst>
        </pc:spChg>
        <pc:spChg chg="add del mod ord">
          <ac:chgData name="Kern, Thomas Anton" userId="38651204-2380-4a1e-bfd9-6bf2259e4e7b" providerId="ADAL" clId="{E2770500-AEF5-4D64-82CF-42FDBC44477D}" dt="2025-11-06T15:24:23.323" v="875"/>
          <ac:spMkLst>
            <pc:docMk/>
            <pc:sldMk cId="3656716256" sldId="259"/>
            <ac:spMk id="11" creationId="{A24FF44C-14C9-B772-BDB1-2B6FC1635DCE}"/>
          </ac:spMkLst>
        </pc:spChg>
        <pc:spChg chg="add del mod ord">
          <ac:chgData name="Kern, Thomas Anton" userId="38651204-2380-4a1e-bfd9-6bf2259e4e7b" providerId="ADAL" clId="{E2770500-AEF5-4D64-82CF-42FDBC44477D}" dt="2025-11-06T15:24:36.008" v="878" actId="478"/>
          <ac:spMkLst>
            <pc:docMk/>
            <pc:sldMk cId="3656716256" sldId="259"/>
            <ac:spMk id="12" creationId="{9CA866DD-09D9-32CC-593C-838880FB461B}"/>
          </ac:spMkLst>
        </pc:spChg>
        <pc:spChg chg="add del mod ord">
          <ac:chgData name="Kern, Thomas Anton" userId="38651204-2380-4a1e-bfd9-6bf2259e4e7b" providerId="ADAL" clId="{E2770500-AEF5-4D64-82CF-42FDBC44477D}" dt="2025-11-06T15:25:24.476" v="880" actId="700"/>
          <ac:spMkLst>
            <pc:docMk/>
            <pc:sldMk cId="3656716256" sldId="259"/>
            <ac:spMk id="15" creationId="{5DE1BCD9-EF96-D3B8-BD9B-700395A56CDD}"/>
          </ac:spMkLst>
        </pc:spChg>
        <pc:spChg chg="add del mod ord">
          <ac:chgData name="Kern, Thomas Anton" userId="38651204-2380-4a1e-bfd9-6bf2259e4e7b" providerId="ADAL" clId="{E2770500-AEF5-4D64-82CF-42FDBC44477D}" dt="2025-11-06T15:25:27.374" v="881" actId="478"/>
          <ac:spMkLst>
            <pc:docMk/>
            <pc:sldMk cId="3656716256" sldId="259"/>
            <ac:spMk id="16" creationId="{4DF7AD38-CA8E-8A2E-ED67-0881927AA11E}"/>
          </ac:spMkLst>
        </pc:spChg>
        <pc:spChg chg="add del mod ord">
          <ac:chgData name="Kern, Thomas Anton" userId="38651204-2380-4a1e-bfd9-6bf2259e4e7b" providerId="ADAL" clId="{E2770500-AEF5-4D64-82CF-42FDBC44477D}" dt="2025-11-06T15:32:11.985" v="1224" actId="478"/>
          <ac:spMkLst>
            <pc:docMk/>
            <pc:sldMk cId="3656716256" sldId="259"/>
            <ac:spMk id="17" creationId="{E65EB589-92C3-1E08-A250-E35A13A1AE01}"/>
          </ac:spMkLst>
        </pc:spChg>
        <pc:spChg chg="add del mod">
          <ac:chgData name="Kern, Thomas Anton" userId="38651204-2380-4a1e-bfd9-6bf2259e4e7b" providerId="ADAL" clId="{E2770500-AEF5-4D64-82CF-42FDBC44477D}" dt="2025-11-06T15:32:05.413" v="1222"/>
          <ac:spMkLst>
            <pc:docMk/>
            <pc:sldMk cId="3656716256" sldId="259"/>
            <ac:spMk id="19" creationId="{7DD69732-EA9D-8356-13F9-310A5AC5CA14}"/>
          </ac:spMkLst>
        </pc:spChg>
        <pc:picChg chg="add del mod ord">
          <ac:chgData name="Kern, Thomas Anton" userId="38651204-2380-4a1e-bfd9-6bf2259e4e7b" providerId="ADAL" clId="{E2770500-AEF5-4D64-82CF-42FDBC44477D}" dt="2025-11-06T15:31:46.340" v="1221" actId="478"/>
          <ac:picMkLst>
            <pc:docMk/>
            <pc:sldMk cId="3656716256" sldId="259"/>
            <ac:picMk id="14" creationId="{5B060D88-E012-3DD8-B01A-C449365A399A}"/>
          </ac:picMkLst>
        </pc:picChg>
        <pc:picChg chg="add mod">
          <ac:chgData name="Kern, Thomas Anton" userId="38651204-2380-4a1e-bfd9-6bf2259e4e7b" providerId="ADAL" clId="{E2770500-AEF5-4D64-82CF-42FDBC44477D}" dt="2025-11-06T15:32:06.552" v="1223" actId="27614"/>
          <ac:picMkLst>
            <pc:docMk/>
            <pc:sldMk cId="3656716256" sldId="259"/>
            <ac:picMk id="21" creationId="{4F3EEAC4-95DE-6222-E9C6-F6202F57742D}"/>
          </ac:picMkLst>
        </pc:picChg>
      </pc:sldChg>
      <pc:sldChg chg="addSp delSp modSp new mod modClrScheme chgLayout">
        <pc:chgData name="Kern, Thomas Anton" userId="38651204-2380-4a1e-bfd9-6bf2259e4e7b" providerId="ADAL" clId="{E2770500-AEF5-4D64-82CF-42FDBC44477D}" dt="2025-11-06T15:30:33.021" v="1219" actId="478"/>
        <pc:sldMkLst>
          <pc:docMk/>
          <pc:sldMk cId="1611803052" sldId="260"/>
        </pc:sldMkLst>
        <pc:spChg chg="mod ord">
          <ac:chgData name="Kern, Thomas Anton" userId="38651204-2380-4a1e-bfd9-6bf2259e4e7b" providerId="ADAL" clId="{E2770500-AEF5-4D64-82CF-42FDBC44477D}" dt="2025-11-06T15:30:16.389" v="1153" actId="700"/>
          <ac:spMkLst>
            <pc:docMk/>
            <pc:sldMk cId="1611803052" sldId="260"/>
            <ac:spMk id="2" creationId="{7772298B-7ABE-6544-084F-BF08B9518135}"/>
          </ac:spMkLst>
        </pc:spChg>
        <pc:spChg chg="del mod ord">
          <ac:chgData name="Kern, Thomas Anton" userId="38651204-2380-4a1e-bfd9-6bf2259e4e7b" providerId="ADAL" clId="{E2770500-AEF5-4D64-82CF-42FDBC44477D}" dt="2025-11-06T15:28:08.857" v="885" actId="700"/>
          <ac:spMkLst>
            <pc:docMk/>
            <pc:sldMk cId="1611803052" sldId="260"/>
            <ac:spMk id="3" creationId="{5B68D98F-D432-F03E-CA51-793DC026F5B8}"/>
          </ac:spMkLst>
        </pc:spChg>
        <pc:spChg chg="del mod ord">
          <ac:chgData name="Kern, Thomas Anton" userId="38651204-2380-4a1e-bfd9-6bf2259e4e7b" providerId="ADAL" clId="{E2770500-AEF5-4D64-82CF-42FDBC44477D}" dt="2025-11-06T15:28:08.857" v="885" actId="700"/>
          <ac:spMkLst>
            <pc:docMk/>
            <pc:sldMk cId="1611803052" sldId="260"/>
            <ac:spMk id="4" creationId="{F6AB3614-6AF0-2F96-B8F0-4604AE642E66}"/>
          </ac:spMkLst>
        </pc:spChg>
        <pc:spChg chg="del">
          <ac:chgData name="Kern, Thomas Anton" userId="38651204-2380-4a1e-bfd9-6bf2259e4e7b" providerId="ADAL" clId="{E2770500-AEF5-4D64-82CF-42FDBC44477D}" dt="2025-11-06T15:28:08.857" v="885" actId="700"/>
          <ac:spMkLst>
            <pc:docMk/>
            <pc:sldMk cId="1611803052" sldId="260"/>
            <ac:spMk id="5" creationId="{9E5CBFCA-A39C-B442-CAF4-14EE03597726}"/>
          </ac:spMkLst>
        </pc:spChg>
        <pc:spChg chg="del mod ord">
          <ac:chgData name="Kern, Thomas Anton" userId="38651204-2380-4a1e-bfd9-6bf2259e4e7b" providerId="ADAL" clId="{E2770500-AEF5-4D64-82CF-42FDBC44477D}" dt="2025-11-06T15:28:08.857" v="885" actId="700"/>
          <ac:spMkLst>
            <pc:docMk/>
            <pc:sldMk cId="1611803052" sldId="260"/>
            <ac:spMk id="6" creationId="{1300C190-5C24-077A-1807-361F42ACD647}"/>
          </ac:spMkLst>
        </pc:spChg>
        <pc:spChg chg="del">
          <ac:chgData name="Kern, Thomas Anton" userId="38651204-2380-4a1e-bfd9-6bf2259e4e7b" providerId="ADAL" clId="{E2770500-AEF5-4D64-82CF-42FDBC44477D}" dt="2025-11-06T15:28:08.857" v="885" actId="700"/>
          <ac:spMkLst>
            <pc:docMk/>
            <pc:sldMk cId="1611803052" sldId="260"/>
            <ac:spMk id="7" creationId="{1387B69D-F687-D76E-5B78-09C14021CCFE}"/>
          </ac:spMkLst>
        </pc:spChg>
        <pc:spChg chg="del">
          <ac:chgData name="Kern, Thomas Anton" userId="38651204-2380-4a1e-bfd9-6bf2259e4e7b" providerId="ADAL" clId="{E2770500-AEF5-4D64-82CF-42FDBC44477D}" dt="2025-11-06T15:28:08.857" v="885" actId="700"/>
          <ac:spMkLst>
            <pc:docMk/>
            <pc:sldMk cId="1611803052" sldId="260"/>
            <ac:spMk id="8" creationId="{6773D59B-910C-59BB-0A5E-7D44931E9113}"/>
          </ac:spMkLst>
        </pc:spChg>
        <pc:spChg chg="mod ord">
          <ac:chgData name="Kern, Thomas Anton" userId="38651204-2380-4a1e-bfd9-6bf2259e4e7b" providerId="ADAL" clId="{E2770500-AEF5-4D64-82CF-42FDBC44477D}" dt="2025-11-06T15:30:16.389" v="1153" actId="700"/>
          <ac:spMkLst>
            <pc:docMk/>
            <pc:sldMk cId="1611803052" sldId="260"/>
            <ac:spMk id="9" creationId="{216069C5-FACC-1DEF-6572-76247253109F}"/>
          </ac:spMkLst>
        </pc:spChg>
        <pc:spChg chg="add mod ord">
          <ac:chgData name="Kern, Thomas Anton" userId="38651204-2380-4a1e-bfd9-6bf2259e4e7b" providerId="ADAL" clId="{E2770500-AEF5-4D64-82CF-42FDBC44477D}" dt="2025-11-06T15:30:16.389" v="1153" actId="700"/>
          <ac:spMkLst>
            <pc:docMk/>
            <pc:sldMk cId="1611803052" sldId="260"/>
            <ac:spMk id="10" creationId="{197110B3-2C35-625B-624F-54F0FBA6B1F9}"/>
          </ac:spMkLst>
        </pc:spChg>
        <pc:spChg chg="add del mod ord">
          <ac:chgData name="Kern, Thomas Anton" userId="38651204-2380-4a1e-bfd9-6bf2259e4e7b" providerId="ADAL" clId="{E2770500-AEF5-4D64-82CF-42FDBC44477D}" dt="2025-11-06T15:28:36.507" v="963"/>
          <ac:spMkLst>
            <pc:docMk/>
            <pc:sldMk cId="1611803052" sldId="260"/>
            <ac:spMk id="11" creationId="{103BFE06-229C-6757-E77D-266FDE60C25D}"/>
          </ac:spMkLst>
        </pc:spChg>
        <pc:spChg chg="add del mod ord">
          <ac:chgData name="Kern, Thomas Anton" userId="38651204-2380-4a1e-bfd9-6bf2259e4e7b" providerId="ADAL" clId="{E2770500-AEF5-4D64-82CF-42FDBC44477D}" dt="2025-11-06T15:29:30.174" v="1043" actId="478"/>
          <ac:spMkLst>
            <pc:docMk/>
            <pc:sldMk cId="1611803052" sldId="260"/>
            <ac:spMk id="12" creationId="{2F93D7ED-325B-2429-E201-5B2D57AA9446}"/>
          </ac:spMkLst>
        </pc:spChg>
        <pc:spChg chg="add mod">
          <ac:chgData name="Kern, Thomas Anton" userId="38651204-2380-4a1e-bfd9-6bf2259e4e7b" providerId="ADAL" clId="{E2770500-AEF5-4D64-82CF-42FDBC44477D}" dt="2025-11-06T15:30:28.873" v="1189" actId="1076"/>
          <ac:spMkLst>
            <pc:docMk/>
            <pc:sldMk cId="1611803052" sldId="260"/>
            <ac:spMk id="15" creationId="{F434DC50-B9B5-18FD-66A9-CD5B60E5BA26}"/>
          </ac:spMkLst>
        </pc:spChg>
        <pc:spChg chg="add del mod ord">
          <ac:chgData name="Kern, Thomas Anton" userId="38651204-2380-4a1e-bfd9-6bf2259e4e7b" providerId="ADAL" clId="{E2770500-AEF5-4D64-82CF-42FDBC44477D}" dt="2025-11-06T15:30:33.021" v="1219" actId="478"/>
          <ac:spMkLst>
            <pc:docMk/>
            <pc:sldMk cId="1611803052" sldId="260"/>
            <ac:spMk id="18" creationId="{46171C47-D1BA-2EF9-D4EB-C089752198BE}"/>
          </ac:spMkLst>
        </pc:spChg>
        <pc:picChg chg="add mod ord modCrop">
          <ac:chgData name="Kern, Thomas Anton" userId="38651204-2380-4a1e-bfd9-6bf2259e4e7b" providerId="ADAL" clId="{E2770500-AEF5-4D64-82CF-42FDBC44477D}" dt="2025-11-06T15:30:26.284" v="1188" actId="1076"/>
          <ac:picMkLst>
            <pc:docMk/>
            <pc:sldMk cId="1611803052" sldId="260"/>
            <ac:picMk id="14" creationId="{D5760BBB-7908-930E-855F-668448F05CD5}"/>
          </ac:picMkLst>
        </pc:picChg>
        <pc:picChg chg="add mod modCrop">
          <ac:chgData name="Kern, Thomas Anton" userId="38651204-2380-4a1e-bfd9-6bf2259e4e7b" providerId="ADAL" clId="{E2770500-AEF5-4D64-82CF-42FDBC44477D}" dt="2025-11-06T15:30:32.045" v="1218" actId="1035"/>
          <ac:picMkLst>
            <pc:docMk/>
            <pc:sldMk cId="1611803052" sldId="260"/>
            <ac:picMk id="17" creationId="{9559D530-307C-1012-0F87-63FE2FDC5975}"/>
          </ac:picMkLst>
        </pc:picChg>
      </pc:sldChg>
      <pc:sldChg chg="addSp delSp modSp new mod modClrScheme chgLayout">
        <pc:chgData name="Kern, Thomas Anton" userId="38651204-2380-4a1e-bfd9-6bf2259e4e7b" providerId="ADAL" clId="{E2770500-AEF5-4D64-82CF-42FDBC44477D}" dt="2025-11-06T15:38:57.943" v="1419" actId="22"/>
        <pc:sldMkLst>
          <pc:docMk/>
          <pc:sldMk cId="2981416409" sldId="261"/>
        </pc:sldMkLst>
        <pc:spChg chg="del mod ord">
          <ac:chgData name="Kern, Thomas Anton" userId="38651204-2380-4a1e-bfd9-6bf2259e4e7b" providerId="ADAL" clId="{E2770500-AEF5-4D64-82CF-42FDBC44477D}" dt="2025-11-06T15:32:53.984" v="1230" actId="700"/>
          <ac:spMkLst>
            <pc:docMk/>
            <pc:sldMk cId="2981416409" sldId="261"/>
            <ac:spMk id="2" creationId="{03BD8F9C-8482-5001-9B9F-8CDBA94D62E5}"/>
          </ac:spMkLst>
        </pc:spChg>
        <pc:spChg chg="del mod ord">
          <ac:chgData name="Kern, Thomas Anton" userId="38651204-2380-4a1e-bfd9-6bf2259e4e7b" providerId="ADAL" clId="{E2770500-AEF5-4D64-82CF-42FDBC44477D}" dt="2025-11-06T15:32:53.984" v="1230" actId="700"/>
          <ac:spMkLst>
            <pc:docMk/>
            <pc:sldMk cId="2981416409" sldId="261"/>
            <ac:spMk id="3" creationId="{572D1D12-46EE-80BD-8E26-A79EA391319B}"/>
          </ac:spMkLst>
        </pc:spChg>
        <pc:spChg chg="del mod ord">
          <ac:chgData name="Kern, Thomas Anton" userId="38651204-2380-4a1e-bfd9-6bf2259e4e7b" providerId="ADAL" clId="{E2770500-AEF5-4D64-82CF-42FDBC44477D}" dt="2025-11-06T15:32:53.984" v="1230" actId="700"/>
          <ac:spMkLst>
            <pc:docMk/>
            <pc:sldMk cId="2981416409" sldId="261"/>
            <ac:spMk id="4" creationId="{9E170491-D032-7E56-2B1D-9257820A9EC1}"/>
          </ac:spMkLst>
        </pc:spChg>
        <pc:spChg chg="mod ord">
          <ac:chgData name="Kern, Thomas Anton" userId="38651204-2380-4a1e-bfd9-6bf2259e4e7b" providerId="ADAL" clId="{E2770500-AEF5-4D64-82CF-42FDBC44477D}" dt="2025-11-06T15:32:53.984" v="1230" actId="700"/>
          <ac:spMkLst>
            <pc:docMk/>
            <pc:sldMk cId="2981416409" sldId="261"/>
            <ac:spMk id="5" creationId="{E0E03310-7EF3-02A9-6D76-39A5E79511EB}"/>
          </ac:spMkLst>
        </pc:spChg>
        <pc:spChg chg="mod ord">
          <ac:chgData name="Kern, Thomas Anton" userId="38651204-2380-4a1e-bfd9-6bf2259e4e7b" providerId="ADAL" clId="{E2770500-AEF5-4D64-82CF-42FDBC44477D}" dt="2025-11-06T15:32:53.984" v="1230" actId="700"/>
          <ac:spMkLst>
            <pc:docMk/>
            <pc:sldMk cId="2981416409" sldId="261"/>
            <ac:spMk id="6" creationId="{5300B52A-DE6B-471F-C994-AA99C684812D}"/>
          </ac:spMkLst>
        </pc:spChg>
        <pc:spChg chg="add mod ord">
          <ac:chgData name="Kern, Thomas Anton" userId="38651204-2380-4a1e-bfd9-6bf2259e4e7b" providerId="ADAL" clId="{E2770500-AEF5-4D64-82CF-42FDBC44477D}" dt="2025-11-06T15:34:29.291" v="1323" actId="20577"/>
          <ac:spMkLst>
            <pc:docMk/>
            <pc:sldMk cId="2981416409" sldId="261"/>
            <ac:spMk id="7" creationId="{2BBA81E3-75B0-D92C-A154-592D940ED575}"/>
          </ac:spMkLst>
        </pc:spChg>
        <pc:spChg chg="add mod ord">
          <ac:chgData name="Kern, Thomas Anton" userId="38651204-2380-4a1e-bfd9-6bf2259e4e7b" providerId="ADAL" clId="{E2770500-AEF5-4D64-82CF-42FDBC44477D}" dt="2025-11-06T15:34:43.597" v="1343" actId="20577"/>
          <ac:spMkLst>
            <pc:docMk/>
            <pc:sldMk cId="2981416409" sldId="261"/>
            <ac:spMk id="8" creationId="{C8A260EA-3718-3E31-5980-034862D49FA0}"/>
          </ac:spMkLst>
        </pc:spChg>
        <pc:spChg chg="add mod ord">
          <ac:chgData name="Kern, Thomas Anton" userId="38651204-2380-4a1e-bfd9-6bf2259e4e7b" providerId="ADAL" clId="{E2770500-AEF5-4D64-82CF-42FDBC44477D}" dt="2025-11-06T15:34:58.763" v="1385" actId="20577"/>
          <ac:spMkLst>
            <pc:docMk/>
            <pc:sldMk cId="2981416409" sldId="261"/>
            <ac:spMk id="9" creationId="{70B1B803-DC61-FAD7-7705-7FBE97EF21EA}"/>
          </ac:spMkLst>
        </pc:spChg>
        <pc:spChg chg="add del mod ord">
          <ac:chgData name="Kern, Thomas Anton" userId="38651204-2380-4a1e-bfd9-6bf2259e4e7b" providerId="ADAL" clId="{E2770500-AEF5-4D64-82CF-42FDBC44477D}" dt="2025-11-06T15:35:02.698" v="1386" actId="478"/>
          <ac:spMkLst>
            <pc:docMk/>
            <pc:sldMk cId="2981416409" sldId="261"/>
            <ac:spMk id="10" creationId="{88FD748C-7F78-69A6-5BE5-3C351E6920E0}"/>
          </ac:spMkLst>
        </pc:spChg>
        <pc:spChg chg="add del mod ord">
          <ac:chgData name="Kern, Thomas Anton" userId="38651204-2380-4a1e-bfd9-6bf2259e4e7b" providerId="ADAL" clId="{E2770500-AEF5-4D64-82CF-42FDBC44477D}" dt="2025-11-06T15:35:03.822" v="1387" actId="478"/>
          <ac:spMkLst>
            <pc:docMk/>
            <pc:sldMk cId="2981416409" sldId="261"/>
            <ac:spMk id="11" creationId="{C54387F8-6654-7D0D-A207-EFDE2911AB5E}"/>
          </ac:spMkLst>
        </pc:spChg>
        <pc:spChg chg="add del">
          <ac:chgData name="Kern, Thomas Anton" userId="38651204-2380-4a1e-bfd9-6bf2259e4e7b" providerId="ADAL" clId="{E2770500-AEF5-4D64-82CF-42FDBC44477D}" dt="2025-11-06T15:38:57.943" v="1419" actId="22"/>
          <ac:spMkLst>
            <pc:docMk/>
            <pc:sldMk cId="2981416409" sldId="261"/>
            <ac:spMk id="19" creationId="{356B03C8-3679-6359-2AC7-8F121C71E182}"/>
          </ac:spMkLst>
        </pc:spChg>
        <pc:picChg chg="add del mod">
          <ac:chgData name="Kern, Thomas Anton" userId="38651204-2380-4a1e-bfd9-6bf2259e4e7b" providerId="ADAL" clId="{E2770500-AEF5-4D64-82CF-42FDBC44477D}" dt="2025-11-06T15:36:02.230" v="1393" actId="478"/>
          <ac:picMkLst>
            <pc:docMk/>
            <pc:sldMk cId="2981416409" sldId="261"/>
            <ac:picMk id="13" creationId="{A67647A5-A78B-0E5D-6E76-6CECBC0CDFA5}"/>
          </ac:picMkLst>
        </pc:picChg>
        <pc:picChg chg="add mod">
          <ac:chgData name="Kern, Thomas Anton" userId="38651204-2380-4a1e-bfd9-6bf2259e4e7b" providerId="ADAL" clId="{E2770500-AEF5-4D64-82CF-42FDBC44477D}" dt="2025-11-06T15:37:45.628" v="1417" actId="1038"/>
          <ac:picMkLst>
            <pc:docMk/>
            <pc:sldMk cId="2981416409" sldId="261"/>
            <ac:picMk id="15" creationId="{0B43CB3D-C354-5AC8-9D71-41DBC54EEAE0}"/>
          </ac:picMkLst>
        </pc:picChg>
        <pc:picChg chg="add mod">
          <ac:chgData name="Kern, Thomas Anton" userId="38651204-2380-4a1e-bfd9-6bf2259e4e7b" providerId="ADAL" clId="{E2770500-AEF5-4D64-82CF-42FDBC44477D}" dt="2025-11-06T15:37:40.496" v="1405" actId="1076"/>
          <ac:picMkLst>
            <pc:docMk/>
            <pc:sldMk cId="2981416409" sldId="261"/>
            <ac:picMk id="17" creationId="{3457BC91-58BB-985D-8803-8344ADA6BE07}"/>
          </ac:picMkLst>
        </pc:picChg>
      </pc:sldChg>
      <pc:sldChg chg="addSp delSp modSp add mod">
        <pc:chgData name="Kern, Thomas Anton" userId="38651204-2380-4a1e-bfd9-6bf2259e4e7b" providerId="ADAL" clId="{E2770500-AEF5-4D64-82CF-42FDBC44477D}" dt="2025-11-06T15:39:52.736" v="1490" actId="1036"/>
        <pc:sldMkLst>
          <pc:docMk/>
          <pc:sldMk cId="586867586" sldId="262"/>
        </pc:sldMkLst>
        <pc:spChg chg="add del mod">
          <ac:chgData name="Kern, Thomas Anton" userId="38651204-2380-4a1e-bfd9-6bf2259e4e7b" providerId="ADAL" clId="{E2770500-AEF5-4D64-82CF-42FDBC44477D}" dt="2025-11-06T15:39:28.742" v="1454"/>
          <ac:spMkLst>
            <pc:docMk/>
            <pc:sldMk cId="586867586" sldId="262"/>
            <ac:spMk id="3" creationId="{D2E686CE-AC41-D49B-24E5-C2DDAB776986}"/>
          </ac:spMkLst>
        </pc:spChg>
        <pc:spChg chg="mod">
          <ac:chgData name="Kern, Thomas Anton" userId="38651204-2380-4a1e-bfd9-6bf2259e4e7b" providerId="ADAL" clId="{E2770500-AEF5-4D64-82CF-42FDBC44477D}" dt="2025-11-06T15:39:09.026" v="1449" actId="20577"/>
          <ac:spMkLst>
            <pc:docMk/>
            <pc:sldMk cId="586867586" sldId="262"/>
            <ac:spMk id="7" creationId="{44876D2A-6330-6605-3B1E-608FE5FA418E}"/>
          </ac:spMkLst>
        </pc:spChg>
        <pc:spChg chg="del">
          <ac:chgData name="Kern, Thomas Anton" userId="38651204-2380-4a1e-bfd9-6bf2259e4e7b" providerId="ADAL" clId="{E2770500-AEF5-4D64-82CF-42FDBC44477D}" dt="2025-11-06T15:39:12.278" v="1450" actId="478"/>
          <ac:spMkLst>
            <pc:docMk/>
            <pc:sldMk cId="586867586" sldId="262"/>
            <ac:spMk id="8" creationId="{0D889424-79C8-BC6E-A48A-D6BF93D42D8B}"/>
          </ac:spMkLst>
        </pc:spChg>
        <pc:spChg chg="del mod">
          <ac:chgData name="Kern, Thomas Anton" userId="38651204-2380-4a1e-bfd9-6bf2259e4e7b" providerId="ADAL" clId="{E2770500-AEF5-4D64-82CF-42FDBC44477D}" dt="2025-11-06T15:39:30.674" v="1455" actId="478"/>
          <ac:spMkLst>
            <pc:docMk/>
            <pc:sldMk cId="586867586" sldId="262"/>
            <ac:spMk id="9" creationId="{96B123BE-5D2F-CBE7-7BD1-032EBC5FF63D}"/>
          </ac:spMkLst>
        </pc:spChg>
        <pc:picChg chg="add mod">
          <ac:chgData name="Kern, Thomas Anton" userId="38651204-2380-4a1e-bfd9-6bf2259e4e7b" providerId="ADAL" clId="{E2770500-AEF5-4D64-82CF-42FDBC44477D}" dt="2025-11-06T15:39:52.736" v="1490" actId="1036"/>
          <ac:picMkLst>
            <pc:docMk/>
            <pc:sldMk cId="586867586" sldId="262"/>
            <ac:picMk id="10" creationId="{146AF198-39A5-042A-0C5A-0C97F846B5AD}"/>
          </ac:picMkLst>
        </pc:picChg>
        <pc:picChg chg="del">
          <ac:chgData name="Kern, Thomas Anton" userId="38651204-2380-4a1e-bfd9-6bf2259e4e7b" providerId="ADAL" clId="{E2770500-AEF5-4D64-82CF-42FDBC44477D}" dt="2025-11-06T15:39:16.300" v="1452" actId="478"/>
          <ac:picMkLst>
            <pc:docMk/>
            <pc:sldMk cId="586867586" sldId="262"/>
            <ac:picMk id="15" creationId="{D7BB46F8-99F9-9B69-D2AA-7C5E53D4FF4F}"/>
          </ac:picMkLst>
        </pc:picChg>
        <pc:picChg chg="del">
          <ac:chgData name="Kern, Thomas Anton" userId="38651204-2380-4a1e-bfd9-6bf2259e4e7b" providerId="ADAL" clId="{E2770500-AEF5-4D64-82CF-42FDBC44477D}" dt="2025-11-06T15:39:15.097" v="1451" actId="478"/>
          <ac:picMkLst>
            <pc:docMk/>
            <pc:sldMk cId="586867586" sldId="262"/>
            <ac:picMk id="17" creationId="{5C792062-3AEE-BDF8-9CFA-8BC6D2058C9E}"/>
          </ac:picMkLst>
        </pc:picChg>
      </pc:sldChg>
      <pc:sldChg chg="addSp delSp modSp new mod modClrScheme chgLayout">
        <pc:chgData name="Kern, Thomas Anton" userId="38651204-2380-4a1e-bfd9-6bf2259e4e7b" providerId="ADAL" clId="{E2770500-AEF5-4D64-82CF-42FDBC44477D}" dt="2025-11-06T15:46:02.949" v="1549" actId="20577"/>
        <pc:sldMkLst>
          <pc:docMk/>
          <pc:sldMk cId="1572074898" sldId="263"/>
        </pc:sldMkLst>
        <pc:spChg chg="del mod ord">
          <ac:chgData name="Kern, Thomas Anton" userId="38651204-2380-4a1e-bfd9-6bf2259e4e7b" providerId="ADAL" clId="{E2770500-AEF5-4D64-82CF-42FDBC44477D}" dt="2025-11-06T15:43:16.354" v="1492" actId="700"/>
          <ac:spMkLst>
            <pc:docMk/>
            <pc:sldMk cId="1572074898" sldId="263"/>
            <ac:spMk id="2" creationId="{1C5DFCF8-73D2-2446-9301-6B8923F982C0}"/>
          </ac:spMkLst>
        </pc:spChg>
        <pc:spChg chg="del mod ord">
          <ac:chgData name="Kern, Thomas Anton" userId="38651204-2380-4a1e-bfd9-6bf2259e4e7b" providerId="ADAL" clId="{E2770500-AEF5-4D64-82CF-42FDBC44477D}" dt="2025-11-06T15:43:16.354" v="1492" actId="700"/>
          <ac:spMkLst>
            <pc:docMk/>
            <pc:sldMk cId="1572074898" sldId="263"/>
            <ac:spMk id="3" creationId="{9F2DD347-4B56-90DA-B8F8-0C6D5BEE0084}"/>
          </ac:spMkLst>
        </pc:spChg>
        <pc:spChg chg="del mod ord">
          <ac:chgData name="Kern, Thomas Anton" userId="38651204-2380-4a1e-bfd9-6bf2259e4e7b" providerId="ADAL" clId="{E2770500-AEF5-4D64-82CF-42FDBC44477D}" dt="2025-11-06T15:43:16.354" v="1492" actId="700"/>
          <ac:spMkLst>
            <pc:docMk/>
            <pc:sldMk cId="1572074898" sldId="263"/>
            <ac:spMk id="4" creationId="{BC8E1AAE-8B82-3434-34C4-5640C49C258D}"/>
          </ac:spMkLst>
        </pc:spChg>
        <pc:spChg chg="del">
          <ac:chgData name="Kern, Thomas Anton" userId="38651204-2380-4a1e-bfd9-6bf2259e4e7b" providerId="ADAL" clId="{E2770500-AEF5-4D64-82CF-42FDBC44477D}" dt="2025-11-06T15:43:16.354" v="1492" actId="700"/>
          <ac:spMkLst>
            <pc:docMk/>
            <pc:sldMk cId="1572074898" sldId="263"/>
            <ac:spMk id="5" creationId="{85F834F0-EAB9-9AE0-CC03-05B9C61589B4}"/>
          </ac:spMkLst>
        </pc:spChg>
        <pc:spChg chg="del">
          <ac:chgData name="Kern, Thomas Anton" userId="38651204-2380-4a1e-bfd9-6bf2259e4e7b" providerId="ADAL" clId="{E2770500-AEF5-4D64-82CF-42FDBC44477D}" dt="2025-11-06T15:43:16.354" v="1492" actId="700"/>
          <ac:spMkLst>
            <pc:docMk/>
            <pc:sldMk cId="1572074898" sldId="263"/>
            <ac:spMk id="6" creationId="{420A65AE-83B2-61AD-144C-9E1C33198C10}"/>
          </ac:spMkLst>
        </pc:spChg>
        <pc:spChg chg="mod ord">
          <ac:chgData name="Kern, Thomas Anton" userId="38651204-2380-4a1e-bfd9-6bf2259e4e7b" providerId="ADAL" clId="{E2770500-AEF5-4D64-82CF-42FDBC44477D}" dt="2025-11-06T15:43:16.354" v="1492" actId="700"/>
          <ac:spMkLst>
            <pc:docMk/>
            <pc:sldMk cId="1572074898" sldId="263"/>
            <ac:spMk id="7" creationId="{7BA451B9-1390-EC01-FF3B-26B4D2C06317}"/>
          </ac:spMkLst>
        </pc:spChg>
        <pc:spChg chg="mod ord">
          <ac:chgData name="Kern, Thomas Anton" userId="38651204-2380-4a1e-bfd9-6bf2259e4e7b" providerId="ADAL" clId="{E2770500-AEF5-4D64-82CF-42FDBC44477D}" dt="2025-11-06T15:43:16.354" v="1492" actId="700"/>
          <ac:spMkLst>
            <pc:docMk/>
            <pc:sldMk cId="1572074898" sldId="263"/>
            <ac:spMk id="8" creationId="{AA267B1A-487F-1D76-259F-EF4E552E854A}"/>
          </ac:spMkLst>
        </pc:spChg>
        <pc:spChg chg="add mod ord">
          <ac:chgData name="Kern, Thomas Anton" userId="38651204-2380-4a1e-bfd9-6bf2259e4e7b" providerId="ADAL" clId="{E2770500-AEF5-4D64-82CF-42FDBC44477D}" dt="2025-11-06T15:43:20.977" v="1512" actId="20577"/>
          <ac:spMkLst>
            <pc:docMk/>
            <pc:sldMk cId="1572074898" sldId="263"/>
            <ac:spMk id="9" creationId="{6D27E476-7301-EC5B-06F9-A4ABE6F7A91A}"/>
          </ac:spMkLst>
        </pc:spChg>
        <pc:spChg chg="add mod ord">
          <ac:chgData name="Kern, Thomas Anton" userId="38651204-2380-4a1e-bfd9-6bf2259e4e7b" providerId="ADAL" clId="{E2770500-AEF5-4D64-82CF-42FDBC44477D}" dt="2025-11-06T15:46:02.949" v="1549" actId="20577"/>
          <ac:spMkLst>
            <pc:docMk/>
            <pc:sldMk cId="1572074898" sldId="263"/>
            <ac:spMk id="10" creationId="{ABFB86EF-C3A3-657E-6A05-81EB74DBF221}"/>
          </ac:spMkLst>
        </pc:spChg>
        <pc:spChg chg="add del mod ord">
          <ac:chgData name="Kern, Thomas Anton" userId="38651204-2380-4a1e-bfd9-6bf2259e4e7b" providerId="ADAL" clId="{E2770500-AEF5-4D64-82CF-42FDBC44477D}" dt="2025-11-06T15:44:05.484" v="1515" actId="478"/>
          <ac:spMkLst>
            <pc:docMk/>
            <pc:sldMk cId="1572074898" sldId="263"/>
            <ac:spMk id="11" creationId="{5C1270A4-026A-FA5D-B59B-33E839CC1549}"/>
          </ac:spMkLst>
        </pc:spChg>
        <pc:picChg chg="add mod">
          <ac:chgData name="Kern, Thomas Anton" userId="38651204-2380-4a1e-bfd9-6bf2259e4e7b" providerId="ADAL" clId="{E2770500-AEF5-4D64-82CF-42FDBC44477D}" dt="2025-11-06T15:44:00.508" v="1514" actId="14100"/>
          <ac:picMkLst>
            <pc:docMk/>
            <pc:sldMk cId="1572074898" sldId="263"/>
            <ac:picMk id="13" creationId="{A7E8DE2B-9E27-B793-463C-A80BBD971BA0}"/>
          </ac:picMkLst>
        </pc:picChg>
      </pc:sldChg>
      <pc:sldChg chg="addSp delSp modSp new mod modClrScheme chgLayout">
        <pc:chgData name="Kern, Thomas Anton" userId="38651204-2380-4a1e-bfd9-6bf2259e4e7b" providerId="ADAL" clId="{E2770500-AEF5-4D64-82CF-42FDBC44477D}" dt="2025-11-06T15:53:16.709" v="2300" actId="20577"/>
        <pc:sldMkLst>
          <pc:docMk/>
          <pc:sldMk cId="2758789279" sldId="264"/>
        </pc:sldMkLst>
        <pc:spChg chg="mod ord">
          <ac:chgData name="Kern, Thomas Anton" userId="38651204-2380-4a1e-bfd9-6bf2259e4e7b" providerId="ADAL" clId="{E2770500-AEF5-4D64-82CF-42FDBC44477D}" dt="2025-11-06T15:48:35.841" v="1806" actId="700"/>
          <ac:spMkLst>
            <pc:docMk/>
            <pc:sldMk cId="2758789279" sldId="264"/>
            <ac:spMk id="2" creationId="{C7C1D489-C2E1-EB78-5B3C-861B1D4FCB48}"/>
          </ac:spMkLst>
        </pc:spChg>
        <pc:spChg chg="del mod ord">
          <ac:chgData name="Kern, Thomas Anton" userId="38651204-2380-4a1e-bfd9-6bf2259e4e7b" providerId="ADAL" clId="{E2770500-AEF5-4D64-82CF-42FDBC44477D}" dt="2025-11-06T15:47:59.013" v="1789" actId="700"/>
          <ac:spMkLst>
            <pc:docMk/>
            <pc:sldMk cId="2758789279" sldId="264"/>
            <ac:spMk id="3" creationId="{CD621143-EF85-3F37-C252-E9E2A82D295D}"/>
          </ac:spMkLst>
        </pc:spChg>
        <pc:spChg chg="del mod ord">
          <ac:chgData name="Kern, Thomas Anton" userId="38651204-2380-4a1e-bfd9-6bf2259e4e7b" providerId="ADAL" clId="{E2770500-AEF5-4D64-82CF-42FDBC44477D}" dt="2025-11-06T15:47:59.013" v="1789" actId="700"/>
          <ac:spMkLst>
            <pc:docMk/>
            <pc:sldMk cId="2758789279" sldId="264"/>
            <ac:spMk id="4" creationId="{4B2F7DEA-418C-AD05-47D3-711934E061D6}"/>
          </ac:spMkLst>
        </pc:spChg>
        <pc:spChg chg="del mod ord">
          <ac:chgData name="Kern, Thomas Anton" userId="38651204-2380-4a1e-bfd9-6bf2259e4e7b" providerId="ADAL" clId="{E2770500-AEF5-4D64-82CF-42FDBC44477D}" dt="2025-11-06T15:47:59.013" v="1789" actId="700"/>
          <ac:spMkLst>
            <pc:docMk/>
            <pc:sldMk cId="2758789279" sldId="264"/>
            <ac:spMk id="6" creationId="{A2F37DA0-61EE-3B38-3C54-453D004C4027}"/>
          </ac:spMkLst>
        </pc:spChg>
        <pc:spChg chg="del">
          <ac:chgData name="Kern, Thomas Anton" userId="38651204-2380-4a1e-bfd9-6bf2259e4e7b" providerId="ADAL" clId="{E2770500-AEF5-4D64-82CF-42FDBC44477D}" dt="2025-11-06T15:47:59.013" v="1789" actId="700"/>
          <ac:spMkLst>
            <pc:docMk/>
            <pc:sldMk cId="2758789279" sldId="264"/>
            <ac:spMk id="7" creationId="{48BFB815-F034-6F26-12F5-8104A9038621}"/>
          </ac:spMkLst>
        </pc:spChg>
        <pc:spChg chg="del">
          <ac:chgData name="Kern, Thomas Anton" userId="38651204-2380-4a1e-bfd9-6bf2259e4e7b" providerId="ADAL" clId="{E2770500-AEF5-4D64-82CF-42FDBC44477D}" dt="2025-11-06T15:47:59.013" v="1789" actId="700"/>
          <ac:spMkLst>
            <pc:docMk/>
            <pc:sldMk cId="2758789279" sldId="264"/>
            <ac:spMk id="8" creationId="{027CC657-6AC8-BE83-B9B7-7E2441934170}"/>
          </ac:spMkLst>
        </pc:spChg>
        <pc:spChg chg="mod ord">
          <ac:chgData name="Kern, Thomas Anton" userId="38651204-2380-4a1e-bfd9-6bf2259e4e7b" providerId="ADAL" clId="{E2770500-AEF5-4D64-82CF-42FDBC44477D}" dt="2025-11-06T15:48:35.841" v="1806" actId="700"/>
          <ac:spMkLst>
            <pc:docMk/>
            <pc:sldMk cId="2758789279" sldId="264"/>
            <ac:spMk id="9" creationId="{D9BF6B46-85D3-4675-B34D-0628A87BDCA3}"/>
          </ac:spMkLst>
        </pc:spChg>
        <pc:spChg chg="add del mod ord">
          <ac:chgData name="Kern, Thomas Anton" userId="38651204-2380-4a1e-bfd9-6bf2259e4e7b" providerId="ADAL" clId="{E2770500-AEF5-4D64-82CF-42FDBC44477D}" dt="2025-11-06T15:48:35.841" v="1806" actId="700"/>
          <ac:spMkLst>
            <pc:docMk/>
            <pc:sldMk cId="2758789279" sldId="264"/>
            <ac:spMk id="10" creationId="{16030F64-CD0F-FF36-29E5-FEEF338D3360}"/>
          </ac:spMkLst>
        </pc:spChg>
        <pc:spChg chg="add del mod ord">
          <ac:chgData name="Kern, Thomas Anton" userId="38651204-2380-4a1e-bfd9-6bf2259e4e7b" providerId="ADAL" clId="{E2770500-AEF5-4D64-82CF-42FDBC44477D}" dt="2025-11-06T15:48:35.841" v="1806" actId="700"/>
          <ac:spMkLst>
            <pc:docMk/>
            <pc:sldMk cId="2758789279" sldId="264"/>
            <ac:spMk id="11" creationId="{1399F74C-EDDC-EBB6-0380-A6BEFEA6BE6E}"/>
          </ac:spMkLst>
        </pc:spChg>
        <pc:spChg chg="add del mod ord">
          <ac:chgData name="Kern, Thomas Anton" userId="38651204-2380-4a1e-bfd9-6bf2259e4e7b" providerId="ADAL" clId="{E2770500-AEF5-4D64-82CF-42FDBC44477D}" dt="2025-11-06T15:48:35.841" v="1806" actId="700"/>
          <ac:spMkLst>
            <pc:docMk/>
            <pc:sldMk cId="2758789279" sldId="264"/>
            <ac:spMk id="12" creationId="{078033DF-F91A-00A8-FE95-D93A124A4D8A}"/>
          </ac:spMkLst>
        </pc:spChg>
        <pc:spChg chg="add mod ord">
          <ac:chgData name="Kern, Thomas Anton" userId="38651204-2380-4a1e-bfd9-6bf2259e4e7b" providerId="ADAL" clId="{E2770500-AEF5-4D64-82CF-42FDBC44477D}" dt="2025-11-06T15:48:42.033" v="1835" actId="20577"/>
          <ac:spMkLst>
            <pc:docMk/>
            <pc:sldMk cId="2758789279" sldId="264"/>
            <ac:spMk id="13" creationId="{4F242116-B7AA-561B-E07C-BE0B5687FE9D}"/>
          </ac:spMkLst>
        </pc:spChg>
        <pc:spChg chg="add mod ord">
          <ac:chgData name="Kern, Thomas Anton" userId="38651204-2380-4a1e-bfd9-6bf2259e4e7b" providerId="ADAL" clId="{E2770500-AEF5-4D64-82CF-42FDBC44477D}" dt="2025-11-06T15:53:16.709" v="2300" actId="20577"/>
          <ac:spMkLst>
            <pc:docMk/>
            <pc:sldMk cId="2758789279" sldId="264"/>
            <ac:spMk id="14" creationId="{9D03B788-3EB8-0E7D-306E-250A4FD64E19}"/>
          </ac:spMkLst>
        </pc:spChg>
        <pc:spChg chg="add del mod ord">
          <ac:chgData name="Kern, Thomas Anton" userId="38651204-2380-4a1e-bfd9-6bf2259e4e7b" providerId="ADAL" clId="{E2770500-AEF5-4D64-82CF-42FDBC44477D}" dt="2025-11-06T15:49:01.466" v="1844" actId="478"/>
          <ac:spMkLst>
            <pc:docMk/>
            <pc:sldMk cId="2758789279" sldId="264"/>
            <ac:spMk id="15" creationId="{66FE3B81-A8EC-02D9-3F3D-BE96A83DB533}"/>
          </ac:spMkLst>
        </pc:spChg>
        <pc:spChg chg="add del mod">
          <ac:chgData name="Kern, Thomas Anton" userId="38651204-2380-4a1e-bfd9-6bf2259e4e7b" providerId="ADAL" clId="{E2770500-AEF5-4D64-82CF-42FDBC44477D}" dt="2025-11-06T15:53:07.194" v="2296" actId="478"/>
          <ac:spMkLst>
            <pc:docMk/>
            <pc:sldMk cId="2758789279" sldId="264"/>
            <ac:spMk id="16" creationId="{07A3AF24-4EE7-68AB-1157-1A0C0ABDA6D6}"/>
          </ac:spMkLst>
        </pc:spChg>
      </pc:sldChg>
      <pc:sldChg chg="addSp delSp modSp new mod">
        <pc:chgData name="Kern, Thomas Anton" userId="38651204-2380-4a1e-bfd9-6bf2259e4e7b" providerId="ADAL" clId="{E2770500-AEF5-4D64-82CF-42FDBC44477D}" dt="2025-11-06T16:15:39.737" v="2670" actId="20577"/>
        <pc:sldMkLst>
          <pc:docMk/>
          <pc:sldMk cId="1831279140" sldId="265"/>
        </pc:sldMkLst>
        <pc:spChg chg="mod">
          <ac:chgData name="Kern, Thomas Anton" userId="38651204-2380-4a1e-bfd9-6bf2259e4e7b" providerId="ADAL" clId="{E2770500-AEF5-4D64-82CF-42FDBC44477D}" dt="2025-11-06T15:53:22.041" v="2306" actId="20577"/>
          <ac:spMkLst>
            <pc:docMk/>
            <pc:sldMk cId="1831279140" sldId="265"/>
            <ac:spMk id="2" creationId="{9649F454-8409-9D29-5CF6-1B93D7FCDCEF}"/>
          </ac:spMkLst>
        </pc:spChg>
        <pc:spChg chg="mod">
          <ac:chgData name="Kern, Thomas Anton" userId="38651204-2380-4a1e-bfd9-6bf2259e4e7b" providerId="ADAL" clId="{E2770500-AEF5-4D64-82CF-42FDBC44477D}" dt="2025-11-06T16:15:39.737" v="2670" actId="20577"/>
          <ac:spMkLst>
            <pc:docMk/>
            <pc:sldMk cId="1831279140" sldId="265"/>
            <ac:spMk id="3" creationId="{8C80E1C8-E1F5-6F9A-883E-5E472034FD30}"/>
          </ac:spMkLst>
        </pc:spChg>
        <pc:spChg chg="del">
          <ac:chgData name="Kern, Thomas Anton" userId="38651204-2380-4a1e-bfd9-6bf2259e4e7b" providerId="ADAL" clId="{E2770500-AEF5-4D64-82CF-42FDBC44477D}" dt="2025-11-06T15:54:34.063" v="2352" actId="478"/>
          <ac:spMkLst>
            <pc:docMk/>
            <pc:sldMk cId="1831279140" sldId="265"/>
            <ac:spMk id="4" creationId="{41CC7C00-8F2E-B143-7338-8F7FF0420A5E}"/>
          </ac:spMkLst>
        </pc:spChg>
        <pc:spChg chg="add mod">
          <ac:chgData name="Kern, Thomas Anton" userId="38651204-2380-4a1e-bfd9-6bf2259e4e7b" providerId="ADAL" clId="{E2770500-AEF5-4D64-82CF-42FDBC44477D}" dt="2025-11-06T16:15:23.814" v="2653" actId="1036"/>
          <ac:spMkLst>
            <pc:docMk/>
            <pc:sldMk cId="1831279140" sldId="265"/>
            <ac:spMk id="7" creationId="{ECC1A13F-A1CD-395F-35A3-5DF539F373BA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174.xml"/><Relationship Id="rId2" Type="http://schemas.openxmlformats.org/officeDocument/2006/relationships/tags" Target="../tags/tag173.xml"/><Relationship Id="rId1" Type="http://schemas.openxmlformats.org/officeDocument/2006/relationships/theme" Target="../theme/theme3.xml"/><Relationship Id="rId5" Type="http://schemas.openxmlformats.org/officeDocument/2006/relationships/tags" Target="../tags/tag176.xml"/><Relationship Id="rId4" Type="http://schemas.openxmlformats.org/officeDocument/2006/relationships/tags" Target="../tags/tag17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0B6B62FD-DEA5-4016-A686-92BD436E4AF0}"/>
              </a:ext>
            </a:extLst>
          </p:cNvPr>
          <p:cNvSpPr>
            <a:spLocks noGrp="1"/>
          </p:cNvSpPr>
          <p:nvPr>
            <p:ph type="hdr" sz="quarter"/>
            <p:custDataLst>
              <p:tags r:id="rId2"/>
            </p:custDataLst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 dirty="0">
              <a:latin typeface="Arial" panose="020B0604020202020204" pitchFamily="34" charset="0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9D031BE-D109-46DC-97CA-86C8CC80DEF3}"/>
              </a:ext>
            </a:extLst>
          </p:cNvPr>
          <p:cNvSpPr>
            <a:spLocks noGrp="1"/>
          </p:cNvSpPr>
          <p:nvPr>
            <p:ph type="dt" sz="quarter" idx="1"/>
            <p:custDataLst>
              <p:tags r:id="rId3"/>
            </p:custDataLst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D92F50-EEFB-414C-A5B9-E53AB6640962}" type="datetimeFigureOut">
              <a:rPr lang="de-AT" smtClean="0">
                <a:latin typeface="Arial" panose="020B0604020202020204" pitchFamily="34" charset="0"/>
              </a:rPr>
              <a:t>06.11.2025</a:t>
            </a:fld>
            <a:endParaRPr lang="de-AT" dirty="0">
              <a:latin typeface="Arial" panose="020B0604020202020204" pitchFamily="34" charset="0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3E70E89-9D63-4AE7-AA10-359BADF98E1C}"/>
              </a:ext>
            </a:extLst>
          </p:cNvPr>
          <p:cNvSpPr>
            <a:spLocks noGrp="1"/>
          </p:cNvSpPr>
          <p:nvPr>
            <p:ph type="ftr" sz="quarter" idx="2"/>
            <p:custDataLst>
              <p:tags r:id="rId4"/>
            </p:custDataLst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 dirty="0">
              <a:latin typeface="Arial" panose="020B0604020202020204" pitchFamily="34" charset="0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D848377-D64A-4E24-83A8-537299BF9731}"/>
              </a:ext>
            </a:extLst>
          </p:cNvPr>
          <p:cNvSpPr>
            <a:spLocks noGrp="1"/>
          </p:cNvSpPr>
          <p:nvPr>
            <p:ph type="sldNum" sz="quarter" idx="3"/>
            <p:custDataLst>
              <p:tags r:id="rId5"/>
            </p:custDataLst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B8C977-CDE1-48A9-8E7D-2B9A79EDCF35}" type="slidenum">
              <a:rPr lang="de-AT" smtClean="0">
                <a:latin typeface="Arial" panose="020B0604020202020204" pitchFamily="34" charset="0"/>
              </a:rPr>
              <a:t>‹Nr.›</a:t>
            </a:fld>
            <a:endParaRPr lang="de-AT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43794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168.xml"/><Relationship Id="rId7" Type="http://schemas.openxmlformats.org/officeDocument/2006/relationships/tags" Target="../tags/tag172.xml"/><Relationship Id="rId2" Type="http://schemas.openxmlformats.org/officeDocument/2006/relationships/tags" Target="../tags/tag167.xml"/><Relationship Id="rId1" Type="http://schemas.openxmlformats.org/officeDocument/2006/relationships/theme" Target="../theme/theme2.xml"/><Relationship Id="rId6" Type="http://schemas.openxmlformats.org/officeDocument/2006/relationships/tags" Target="../tags/tag171.xml"/><Relationship Id="rId5" Type="http://schemas.openxmlformats.org/officeDocument/2006/relationships/tags" Target="../tags/tag170.xml"/><Relationship Id="rId4" Type="http://schemas.openxmlformats.org/officeDocument/2006/relationships/tags" Target="../tags/tag16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  <p:custDataLst>
              <p:tags r:id="rId2"/>
            </p:custDataLst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de-AT" dirty="0">
                <a:latin typeface="Arial" panose="020B0604020202020204" pitchFamily="34" charset="0"/>
              </a:defRPr>
            </a:lvl1pPr>
          </a:lstStyle>
          <a:p>
            <a:endParaRPr lang="de-AT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  <p:custDataLst>
              <p:tags r:id="rId3"/>
            </p:custDataLst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C116C0E1-FA71-4E92-9BA0-377972D4F09A}" type="datetimeFigureOut">
              <a:rPr lang="de-AT" smtClean="0"/>
              <a:pPr/>
              <a:t>06.11.2025</a:t>
            </a:fld>
            <a:endParaRPr lang="de-AT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  <p:custDataLst>
              <p:tags r:id="rId4"/>
            </p:custDataLst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AT" dirty="0"/>
              <a:t>Mastertextformat bearbeiten</a:t>
            </a:r>
          </a:p>
          <a:p>
            <a:pPr lvl="1"/>
            <a:r>
              <a:rPr lang="de-AT" dirty="0"/>
              <a:t>Zweite Ebene</a:t>
            </a:r>
          </a:p>
          <a:p>
            <a:pPr lvl="2"/>
            <a:r>
              <a:rPr lang="de-AT" dirty="0"/>
              <a:t>Dritte Ebene</a:t>
            </a:r>
          </a:p>
          <a:p>
            <a:pPr lvl="3"/>
            <a:r>
              <a:rPr lang="de-AT" dirty="0"/>
              <a:t>Vierte Ebene</a:t>
            </a:r>
          </a:p>
          <a:p>
            <a:pPr lvl="4"/>
            <a:r>
              <a:rPr lang="de-AT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  <p:custDataLst>
              <p:tags r:id="rId6"/>
            </p:custDataLst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de-AT" dirty="0">
                <a:latin typeface="Arial" panose="020B0604020202020204" pitchFamily="34" charset="0"/>
              </a:defRPr>
            </a:lvl1pPr>
          </a:lstStyle>
          <a:p>
            <a:endParaRPr lang="de-AT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  <p:custDataLst>
              <p:tags r:id="rId7"/>
            </p:custDataLst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DD8BEB3B-C5EA-45F3-97F0-E17E2A187F46}" type="slidenum">
              <a:rPr lang="de-AT" smtClean="0"/>
              <a:pPr/>
              <a:t>‹Nr.›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490519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7" Type="http://schemas.openxmlformats.org/officeDocument/2006/relationships/image" Target="../media/image2.sv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1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tags" Target="../tags/tag13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10" Type="http://schemas.openxmlformats.org/officeDocument/2006/relationships/image" Target="../media/image5.svg"/><Relationship Id="rId4" Type="http://schemas.openxmlformats.org/officeDocument/2006/relationships/tags" Target="../tags/tag14.xml"/><Relationship Id="rId9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7" Type="http://schemas.openxmlformats.org/officeDocument/2006/relationships/image" Target="../media/image2.svg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image" Target="../media/image1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2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3.xml"/><Relationship Id="rId7" Type="http://schemas.openxmlformats.org/officeDocument/2006/relationships/image" Target="../media/image2.svg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image" Target="../media/image1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24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27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9" Type="http://schemas.openxmlformats.org/officeDocument/2006/relationships/image" Target="../media/image2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3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9" Type="http://schemas.openxmlformats.org/officeDocument/2006/relationships/image" Target="../media/image2.svg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42.xml"/><Relationship Id="rId7" Type="http://schemas.openxmlformats.org/officeDocument/2006/relationships/tags" Target="../tags/tag46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10" Type="http://schemas.openxmlformats.org/officeDocument/2006/relationships/image" Target="../media/image2.svg"/><Relationship Id="rId4" Type="http://schemas.openxmlformats.org/officeDocument/2006/relationships/tags" Target="../tags/tag43.xml"/><Relationship Id="rId9" Type="http://schemas.openxmlformats.org/officeDocument/2006/relationships/image" Target="../media/image1.png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tags" Target="../tags/tag54.xml"/><Relationship Id="rId3" Type="http://schemas.openxmlformats.org/officeDocument/2006/relationships/tags" Target="../tags/tag49.xml"/><Relationship Id="rId7" Type="http://schemas.openxmlformats.org/officeDocument/2006/relationships/tags" Target="../tags/tag53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tags" Target="../tags/tag52.xml"/><Relationship Id="rId11" Type="http://schemas.openxmlformats.org/officeDocument/2006/relationships/image" Target="../media/image2.svg"/><Relationship Id="rId5" Type="http://schemas.openxmlformats.org/officeDocument/2006/relationships/tags" Target="../tags/tag51.xml"/><Relationship Id="rId10" Type="http://schemas.openxmlformats.org/officeDocument/2006/relationships/image" Target="../media/image1.png"/><Relationship Id="rId4" Type="http://schemas.openxmlformats.org/officeDocument/2006/relationships/tags" Target="../tags/tag50.xml"/><Relationship Id="rId9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tags" Target="../tags/tag62.xml"/><Relationship Id="rId3" Type="http://schemas.openxmlformats.org/officeDocument/2006/relationships/tags" Target="../tags/tag57.xml"/><Relationship Id="rId7" Type="http://schemas.openxmlformats.org/officeDocument/2006/relationships/tags" Target="../tags/tag61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6" Type="http://schemas.openxmlformats.org/officeDocument/2006/relationships/tags" Target="../tags/tag60.xml"/><Relationship Id="rId11" Type="http://schemas.openxmlformats.org/officeDocument/2006/relationships/image" Target="../media/image2.svg"/><Relationship Id="rId5" Type="http://schemas.openxmlformats.org/officeDocument/2006/relationships/tags" Target="../tags/tag59.xml"/><Relationship Id="rId10" Type="http://schemas.openxmlformats.org/officeDocument/2006/relationships/image" Target="../media/image1.png"/><Relationship Id="rId4" Type="http://schemas.openxmlformats.org/officeDocument/2006/relationships/tags" Target="../tags/tag58.xml"/><Relationship Id="rId9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tags" Target="../tags/tag65.xml"/><Relationship Id="rId7" Type="http://schemas.openxmlformats.org/officeDocument/2006/relationships/image" Target="../media/image1.png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7.xml"/><Relationship Id="rId4" Type="http://schemas.openxmlformats.org/officeDocument/2006/relationships/tags" Target="../tags/tag66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tags" Target="../tags/tag70.xml"/><Relationship Id="rId7" Type="http://schemas.openxmlformats.org/officeDocument/2006/relationships/image" Target="../media/image1.png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72.xml"/><Relationship Id="rId4" Type="http://schemas.openxmlformats.org/officeDocument/2006/relationships/tags" Target="../tags/tag7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75.xml"/><Relationship Id="rId7" Type="http://schemas.openxmlformats.org/officeDocument/2006/relationships/image" Target="../media/image2.svg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6" Type="http://schemas.openxmlformats.org/officeDocument/2006/relationships/image" Target="../media/image1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76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tags" Target="../tags/tag79.xml"/><Relationship Id="rId7" Type="http://schemas.openxmlformats.org/officeDocument/2006/relationships/image" Target="../media/image1.png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81.xml"/><Relationship Id="rId4" Type="http://schemas.openxmlformats.org/officeDocument/2006/relationships/tags" Target="../tags/tag80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4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5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" Type="http://schemas.openxmlformats.org/officeDocument/2006/relationships/tags" Target="../tags/tag8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89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" Type="http://schemas.openxmlformats.org/officeDocument/2006/relationships/tags" Target="../tags/tag90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93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tags" Target="../tags/tag9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95.xml"/><Relationship Id="rId1" Type="http://schemas.openxmlformats.org/officeDocument/2006/relationships/tags" Target="../tags/tag94.xml"/><Relationship Id="rId6" Type="http://schemas.openxmlformats.org/officeDocument/2006/relationships/tags" Target="../tags/tag99.xml"/><Relationship Id="rId5" Type="http://schemas.openxmlformats.org/officeDocument/2006/relationships/tags" Target="../tags/tag98.xml"/><Relationship Id="rId4" Type="http://schemas.openxmlformats.org/officeDocument/2006/relationships/tags" Target="../tags/tag97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" Type="http://schemas.openxmlformats.org/officeDocument/2006/relationships/tags" Target="../tags/tag100.xml"/><Relationship Id="rId4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tags" Target="../tags/tag105.xml"/><Relationship Id="rId7" Type="http://schemas.openxmlformats.org/officeDocument/2006/relationships/image" Target="../media/image7.svg"/><Relationship Id="rId2" Type="http://schemas.openxmlformats.org/officeDocument/2006/relationships/tags" Target="../tags/tag104.xml"/><Relationship Id="rId1" Type="http://schemas.openxmlformats.org/officeDocument/2006/relationships/tags" Target="../tags/tag103.xml"/><Relationship Id="rId6" Type="http://schemas.openxmlformats.org/officeDocument/2006/relationships/image" Target="../media/image6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6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tags" Target="../tags/tag109.xml"/><Relationship Id="rId7" Type="http://schemas.openxmlformats.org/officeDocument/2006/relationships/image" Target="../media/image7.svg"/><Relationship Id="rId2" Type="http://schemas.openxmlformats.org/officeDocument/2006/relationships/tags" Target="../tags/tag108.xml"/><Relationship Id="rId1" Type="http://schemas.openxmlformats.org/officeDocument/2006/relationships/tags" Target="../tags/tag107.xml"/><Relationship Id="rId6" Type="http://schemas.openxmlformats.org/officeDocument/2006/relationships/image" Target="../media/image6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10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113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12.xml"/><Relationship Id="rId1" Type="http://schemas.openxmlformats.org/officeDocument/2006/relationships/tags" Target="../tags/tag111.xml"/><Relationship Id="rId6" Type="http://schemas.openxmlformats.org/officeDocument/2006/relationships/tags" Target="../tags/tag116.xml"/><Relationship Id="rId5" Type="http://schemas.openxmlformats.org/officeDocument/2006/relationships/tags" Target="../tags/tag115.xml"/><Relationship Id="rId4" Type="http://schemas.openxmlformats.org/officeDocument/2006/relationships/tags" Target="../tags/tag114.xml"/><Relationship Id="rId9" Type="http://schemas.openxmlformats.org/officeDocument/2006/relationships/image" Target="../media/image7.svg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119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18.xml"/><Relationship Id="rId1" Type="http://schemas.openxmlformats.org/officeDocument/2006/relationships/tags" Target="../tags/tag117.xml"/><Relationship Id="rId6" Type="http://schemas.openxmlformats.org/officeDocument/2006/relationships/tags" Target="../tags/tag122.xml"/><Relationship Id="rId5" Type="http://schemas.openxmlformats.org/officeDocument/2006/relationships/tags" Target="../tags/tag121.xml"/><Relationship Id="rId4" Type="http://schemas.openxmlformats.org/officeDocument/2006/relationships/tags" Target="../tags/tag120.xml"/><Relationship Id="rId9" Type="http://schemas.openxmlformats.org/officeDocument/2006/relationships/image" Target="../media/image7.svg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25.xml"/><Relationship Id="rId7" Type="http://schemas.openxmlformats.org/officeDocument/2006/relationships/tags" Target="../tags/tag129.xml"/><Relationship Id="rId2" Type="http://schemas.openxmlformats.org/officeDocument/2006/relationships/tags" Target="../tags/tag124.xml"/><Relationship Id="rId1" Type="http://schemas.openxmlformats.org/officeDocument/2006/relationships/tags" Target="../tags/tag123.xml"/><Relationship Id="rId6" Type="http://schemas.openxmlformats.org/officeDocument/2006/relationships/tags" Target="../tags/tag128.xml"/><Relationship Id="rId5" Type="http://schemas.openxmlformats.org/officeDocument/2006/relationships/tags" Target="../tags/tag127.xml"/><Relationship Id="rId10" Type="http://schemas.openxmlformats.org/officeDocument/2006/relationships/image" Target="../media/image7.svg"/><Relationship Id="rId4" Type="http://schemas.openxmlformats.org/officeDocument/2006/relationships/tags" Target="../tags/tag126.xml"/><Relationship Id="rId9" Type="http://schemas.openxmlformats.org/officeDocument/2006/relationships/image" Target="../media/image6.png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32.xml"/><Relationship Id="rId7" Type="http://schemas.openxmlformats.org/officeDocument/2006/relationships/tags" Target="../tags/tag136.xml"/><Relationship Id="rId2" Type="http://schemas.openxmlformats.org/officeDocument/2006/relationships/tags" Target="../tags/tag131.xml"/><Relationship Id="rId1" Type="http://schemas.openxmlformats.org/officeDocument/2006/relationships/tags" Target="../tags/tag130.xml"/><Relationship Id="rId6" Type="http://schemas.openxmlformats.org/officeDocument/2006/relationships/tags" Target="../tags/tag135.xml"/><Relationship Id="rId5" Type="http://schemas.openxmlformats.org/officeDocument/2006/relationships/tags" Target="../tags/tag134.xml"/><Relationship Id="rId10" Type="http://schemas.openxmlformats.org/officeDocument/2006/relationships/image" Target="../media/image7.svg"/><Relationship Id="rId4" Type="http://schemas.openxmlformats.org/officeDocument/2006/relationships/tags" Target="../tags/tag133.xml"/><Relationship Id="rId9" Type="http://schemas.openxmlformats.org/officeDocument/2006/relationships/image" Target="../media/image6.png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tags" Target="../tags/tag144.xml"/><Relationship Id="rId3" Type="http://schemas.openxmlformats.org/officeDocument/2006/relationships/tags" Target="../tags/tag139.xml"/><Relationship Id="rId7" Type="http://schemas.openxmlformats.org/officeDocument/2006/relationships/tags" Target="../tags/tag143.xml"/><Relationship Id="rId2" Type="http://schemas.openxmlformats.org/officeDocument/2006/relationships/tags" Target="../tags/tag138.xml"/><Relationship Id="rId1" Type="http://schemas.openxmlformats.org/officeDocument/2006/relationships/tags" Target="../tags/tag137.xml"/><Relationship Id="rId6" Type="http://schemas.openxmlformats.org/officeDocument/2006/relationships/tags" Target="../tags/tag142.xml"/><Relationship Id="rId11" Type="http://schemas.openxmlformats.org/officeDocument/2006/relationships/image" Target="../media/image7.svg"/><Relationship Id="rId5" Type="http://schemas.openxmlformats.org/officeDocument/2006/relationships/tags" Target="../tags/tag141.xml"/><Relationship Id="rId10" Type="http://schemas.openxmlformats.org/officeDocument/2006/relationships/image" Target="../media/image6.png"/><Relationship Id="rId4" Type="http://schemas.openxmlformats.org/officeDocument/2006/relationships/tags" Target="../tags/tag140.xml"/><Relationship Id="rId9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tags" Target="../tags/tag147.xml"/><Relationship Id="rId7" Type="http://schemas.openxmlformats.org/officeDocument/2006/relationships/image" Target="../media/image6.png"/><Relationship Id="rId2" Type="http://schemas.openxmlformats.org/officeDocument/2006/relationships/tags" Target="../tags/tag146.xml"/><Relationship Id="rId1" Type="http://schemas.openxmlformats.org/officeDocument/2006/relationships/tags" Target="../tags/tag145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49.xml"/><Relationship Id="rId4" Type="http://schemas.openxmlformats.org/officeDocument/2006/relationships/tags" Target="../tags/tag148.xml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tags" Target="../tags/tag152.xml"/><Relationship Id="rId7" Type="http://schemas.openxmlformats.org/officeDocument/2006/relationships/image" Target="../media/image6.png"/><Relationship Id="rId2" Type="http://schemas.openxmlformats.org/officeDocument/2006/relationships/tags" Target="../tags/tag151.xml"/><Relationship Id="rId1" Type="http://schemas.openxmlformats.org/officeDocument/2006/relationships/tags" Target="../tags/tag150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54.xml"/><Relationship Id="rId4" Type="http://schemas.openxmlformats.org/officeDocument/2006/relationships/tags" Target="../tags/tag15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tags" Target="../tags/tag157.xml"/><Relationship Id="rId7" Type="http://schemas.openxmlformats.org/officeDocument/2006/relationships/image" Target="../media/image7.svg"/><Relationship Id="rId2" Type="http://schemas.openxmlformats.org/officeDocument/2006/relationships/tags" Target="../tags/tag156.xml"/><Relationship Id="rId1" Type="http://schemas.openxmlformats.org/officeDocument/2006/relationships/tags" Target="../tags/tag155.xml"/><Relationship Id="rId6" Type="http://schemas.openxmlformats.org/officeDocument/2006/relationships/image" Target="../media/image6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58.xml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tags" Target="../tags/tag161.xml"/><Relationship Id="rId7" Type="http://schemas.openxmlformats.org/officeDocument/2006/relationships/image" Target="../media/image6.png"/><Relationship Id="rId2" Type="http://schemas.openxmlformats.org/officeDocument/2006/relationships/tags" Target="../tags/tag160.xml"/><Relationship Id="rId1" Type="http://schemas.openxmlformats.org/officeDocument/2006/relationships/tags" Target="../tags/tag15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3.xml"/><Relationship Id="rId4" Type="http://schemas.openxmlformats.org/officeDocument/2006/relationships/tags" Target="../tags/tag16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tags" Target="../tags/tag166.xml"/><Relationship Id="rId2" Type="http://schemas.openxmlformats.org/officeDocument/2006/relationships/tags" Target="../tags/tag165.xml"/><Relationship Id="rId1" Type="http://schemas.openxmlformats.org/officeDocument/2006/relationships/tags" Target="../tags/tag164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rafik 40" descr="Logo der Technischen Universität Wien">
            <a:extLst>
              <a:ext uri="{FF2B5EF4-FFF2-40B4-BE49-F238E27FC236}">
                <a16:creationId xmlns:a16="http://schemas.microsoft.com/office/drawing/2014/main" id="{4F515961-5FE0-48A5-A350-239B3180909B}"/>
              </a:ext>
            </a:extLst>
          </p:cNvPr>
          <p:cNvPicPr/>
          <p:nvPr userDrawn="1"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8287" y="466725"/>
            <a:ext cx="1939882" cy="73488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7226F95A-C572-4753-9A21-DBF6531D5F3A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308100" y="2276475"/>
            <a:ext cx="9577388" cy="1524000"/>
          </a:xfrm>
        </p:spPr>
        <p:txBody>
          <a:bodyPr lIns="0" tIns="0" rIns="0" bIns="0" anchor="b">
            <a:noAutofit/>
          </a:bodyPr>
          <a:lstStyle>
            <a:lvl1pPr algn="l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de-AT" dirty="0"/>
              <a:t>Titel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3DE19F1-4351-4A07-8662-A968E8A450FD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308100" y="3971926"/>
            <a:ext cx="9577388" cy="1104900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de-AT" dirty="0"/>
              <a:t>Untertitel (Datum, Ort, Name, ...)</a:t>
            </a:r>
          </a:p>
        </p:txBody>
      </p:sp>
      <p:sp>
        <p:nvSpPr>
          <p:cNvPr id="40" name="Textplatzhalter 4">
            <a:extLst>
              <a:ext uri="{FF2B5EF4-FFF2-40B4-BE49-F238E27FC236}">
                <a16:creationId xmlns:a16="http://schemas.microsoft.com/office/drawing/2014/main" id="{7A5D3C4D-4D39-4C8C-BFBF-C78298318782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4"/>
            </p:custDataLst>
          </p:nvPr>
        </p:nvSpPr>
        <p:spPr bwMode="gray">
          <a:xfrm>
            <a:off x="7589520" y="6412992"/>
            <a:ext cx="4123055" cy="233552"/>
          </a:xfrm>
        </p:spPr>
        <p:txBody>
          <a:bodyPr anchor="ctr"/>
          <a:lstStyle>
            <a:lvl1pPr marL="0" indent="0" algn="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AT" dirty="0"/>
              <a:t>www.tuwien.at</a:t>
            </a:r>
          </a:p>
        </p:txBody>
      </p:sp>
    </p:spTree>
    <p:extLst>
      <p:ext uri="{BB962C8B-B14F-4D97-AF65-F5344CB8AC3E}">
        <p14:creationId xmlns:p14="http://schemas.microsoft.com/office/powerpoint/2010/main" val="351039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4BB5D645-0874-4ED8-A93C-F4A3580674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1502"/>
          <a:stretch/>
        </p:blipFill>
        <p:spPr>
          <a:xfrm>
            <a:off x="0" y="3312"/>
            <a:ext cx="12192000" cy="6063380"/>
          </a:xfrm>
          <a:prstGeom prst="rect">
            <a:avLst/>
          </a:prstGeom>
        </p:spPr>
      </p:pic>
      <p:pic>
        <p:nvPicPr>
          <p:cNvPr id="50" name="Grafik 49" descr="Logo der Technischen Universität Wien">
            <a:extLst>
              <a:ext uri="{FF2B5EF4-FFF2-40B4-BE49-F238E27FC236}">
                <a16:creationId xmlns:a16="http://schemas.microsoft.com/office/drawing/2014/main" id="{B9752043-E0A7-4A49-ABCE-FA89B17A8BB8}"/>
              </a:ext>
            </a:extLst>
          </p:cNvPr>
          <p:cNvPicPr/>
          <p:nvPr userDrawn="1">
            <p:custDataLst>
              <p:tags r:id="rId2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468287" y="467692"/>
            <a:ext cx="1939882" cy="732952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03701E1D-9FD1-42AD-91DE-DF5BA9B4DB6F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 bwMode="white">
          <a:xfrm>
            <a:off x="461963" y="4438899"/>
            <a:ext cx="10134599" cy="103956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AT" dirty="0"/>
              <a:t>Titel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6029DDD8-08D2-4AD9-B5F0-E6CCC5954B07}"/>
              </a:ext>
            </a:extLst>
          </p:cNvPr>
          <p:cNvSpPr>
            <a:spLocks noGrp="1"/>
          </p:cNvSpPr>
          <p:nvPr>
            <p:ph type="body" sz="quarter" idx="15" hasCustomPrompt="1"/>
            <p:custDataLst>
              <p:tags r:id="rId4"/>
            </p:custDataLst>
          </p:nvPr>
        </p:nvSpPr>
        <p:spPr>
          <a:xfrm>
            <a:off x="461963" y="5550408"/>
            <a:ext cx="10134600" cy="345566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0" indent="0">
              <a:buNone/>
              <a:defRPr sz="2400">
                <a:solidFill>
                  <a:schemeClr val="bg1"/>
                </a:solidFill>
              </a:defRPr>
            </a:lvl2pPr>
            <a:lvl3pPr marL="269875" indent="0">
              <a:buNone/>
              <a:defRPr sz="2400">
                <a:solidFill>
                  <a:schemeClr val="bg1"/>
                </a:solidFill>
              </a:defRPr>
            </a:lvl3pPr>
            <a:lvl4pPr marL="538162" indent="0">
              <a:buNone/>
              <a:defRPr sz="2400">
                <a:solidFill>
                  <a:schemeClr val="bg1"/>
                </a:solidFill>
              </a:defRPr>
            </a:lvl4pPr>
            <a:lvl5pPr marL="903288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de-AT" dirty="0"/>
              <a:t>Untertitel (Datum, Ort, Name, ...)</a:t>
            </a:r>
          </a:p>
        </p:txBody>
      </p:sp>
      <p:sp>
        <p:nvSpPr>
          <p:cNvPr id="46" name="Textplatzhalter 42">
            <a:extLst>
              <a:ext uri="{FF2B5EF4-FFF2-40B4-BE49-F238E27FC236}">
                <a16:creationId xmlns:a16="http://schemas.microsoft.com/office/drawing/2014/main" id="{065FC1A0-E07C-4B15-AC25-3575EBB8EEAA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5"/>
            </p:custDataLst>
          </p:nvPr>
        </p:nvSpPr>
        <p:spPr>
          <a:xfrm>
            <a:off x="7247493" y="6050376"/>
            <a:ext cx="4465082" cy="171450"/>
          </a:xfrm>
        </p:spPr>
        <p:txBody>
          <a:bodyPr anchor="b"/>
          <a:lstStyle>
            <a:lvl1pPr algn="r">
              <a:buNone/>
              <a:defRPr sz="800" cap="all" baseline="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 algn="r">
              <a:buNone/>
            </a:pPr>
            <a:r>
              <a:rPr lang="de-AT" dirty="0"/>
              <a:t>© Copyright-Info, Quelle, …</a:t>
            </a:r>
          </a:p>
        </p:txBody>
      </p:sp>
      <p:sp>
        <p:nvSpPr>
          <p:cNvPr id="48" name="Textplatzhalter 4">
            <a:extLst>
              <a:ext uri="{FF2B5EF4-FFF2-40B4-BE49-F238E27FC236}">
                <a16:creationId xmlns:a16="http://schemas.microsoft.com/office/drawing/2014/main" id="{178BDD75-53A6-43C6-8C0C-26F0514FCFC8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 bwMode="gray">
          <a:xfrm>
            <a:off x="7589520" y="6412992"/>
            <a:ext cx="4123055" cy="233552"/>
          </a:xfrm>
        </p:spPr>
        <p:txBody>
          <a:bodyPr anchor="ctr"/>
          <a:lstStyle>
            <a:lvl1pPr marL="0" indent="0" algn="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AT" dirty="0"/>
              <a:t>www.tuwien.at</a:t>
            </a:r>
          </a:p>
        </p:txBody>
      </p:sp>
    </p:spTree>
    <p:extLst>
      <p:ext uri="{BB962C8B-B14F-4D97-AF65-F5344CB8AC3E}">
        <p14:creationId xmlns:p14="http://schemas.microsoft.com/office/powerpoint/2010/main" val="3529687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rafik 41" descr="Logo der Technischen Universität Wien">
            <a:extLst>
              <a:ext uri="{FF2B5EF4-FFF2-40B4-BE49-F238E27FC236}">
                <a16:creationId xmlns:a16="http://schemas.microsoft.com/office/drawing/2014/main" id="{98735E1B-0541-4A0E-9FE3-B087FEBC9257}"/>
              </a:ext>
            </a:extLst>
          </p:cNvPr>
          <p:cNvPicPr/>
          <p:nvPr userDrawn="1"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8287" y="466725"/>
            <a:ext cx="1939882" cy="734886"/>
          </a:xfrm>
          <a:prstGeom prst="rect">
            <a:avLst/>
          </a:prstGeom>
        </p:spPr>
      </p:pic>
      <p:sp>
        <p:nvSpPr>
          <p:cNvPr id="4" name="Titel 3">
            <a:extLst>
              <a:ext uri="{FF2B5EF4-FFF2-40B4-BE49-F238E27FC236}">
                <a16:creationId xmlns:a16="http://schemas.microsoft.com/office/drawing/2014/main" id="{26FE97BF-50D8-4DF7-BDB0-2CE0DB6CB7F9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307065" y="1549399"/>
            <a:ext cx="9289498" cy="82867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9AD4FC-B392-43C1-88AF-11A99A7BAEB9}"/>
              </a:ext>
            </a:extLst>
          </p:cNvPr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>
          <a:xfrm>
            <a:off x="1308100" y="2628900"/>
            <a:ext cx="9288463" cy="3095625"/>
          </a:xfrm>
        </p:spPr>
        <p:txBody>
          <a:bodyPr/>
          <a:lstStyle>
            <a:lvl1pPr>
              <a:buClr>
                <a:schemeClr val="accent1"/>
              </a:buClr>
              <a:defRPr lang="de-AT" dirty="0"/>
            </a:lvl1pPr>
            <a:lvl2pPr>
              <a:buClr>
                <a:schemeClr val="accent1"/>
              </a:buClr>
              <a:defRPr lang="de-AT" dirty="0"/>
            </a:lvl2pPr>
            <a:lvl3pPr>
              <a:buClr>
                <a:schemeClr val="accent1"/>
              </a:buClr>
              <a:defRPr lang="de-AT" dirty="0"/>
            </a:lvl3pPr>
            <a:lvl4pPr>
              <a:buClr>
                <a:schemeClr val="accent1"/>
              </a:buClr>
              <a:defRPr lang="de-AT" dirty="0"/>
            </a:lvl4pPr>
            <a:lvl5pPr>
              <a:buClr>
                <a:schemeClr val="accent1"/>
              </a:buClr>
              <a:defRPr lang="de-AT" dirty="0"/>
            </a:lvl5pPr>
          </a:lstStyle>
          <a:p>
            <a:pPr lvl="0"/>
            <a:r>
              <a:rPr lang="de-AT" dirty="0"/>
              <a:t>Formatvorlagen des Textmasters bearbeiten</a:t>
            </a:r>
          </a:p>
          <a:p>
            <a:pPr lvl="1"/>
            <a:r>
              <a:rPr lang="de-AT" dirty="0"/>
              <a:t>Zweite Ebene</a:t>
            </a:r>
          </a:p>
          <a:p>
            <a:pPr lvl="2"/>
            <a:r>
              <a:rPr lang="de-AT" dirty="0"/>
              <a:t>Dritte Ebene</a:t>
            </a:r>
          </a:p>
          <a:p>
            <a:pPr lvl="3"/>
            <a:r>
              <a:rPr lang="de-AT" dirty="0"/>
              <a:t>Vierte Ebene</a:t>
            </a:r>
          </a:p>
          <a:p>
            <a:pPr lvl="4"/>
            <a:r>
              <a:rPr lang="de-AT" dirty="0"/>
              <a:t>Fünfte Ebene</a:t>
            </a:r>
          </a:p>
        </p:txBody>
      </p:sp>
      <p:sp>
        <p:nvSpPr>
          <p:cNvPr id="43" name="Textplatzhalter 6">
            <a:extLst>
              <a:ext uri="{FF2B5EF4-FFF2-40B4-BE49-F238E27FC236}">
                <a16:creationId xmlns:a16="http://schemas.microsoft.com/office/drawing/2014/main" id="{AB39C453-1E66-49C6-A96C-112E158D898D}"/>
              </a:ext>
            </a:extLst>
          </p:cNvPr>
          <p:cNvSpPr>
            <a:spLocks noGrp="1"/>
          </p:cNvSpPr>
          <p:nvPr>
            <p:ph type="body" sz="quarter" idx="16" hasCustomPrompt="1"/>
            <p:custDataLst>
              <p:tags r:id="rId4"/>
            </p:custDataLst>
          </p:nvPr>
        </p:nvSpPr>
        <p:spPr>
          <a:xfrm>
            <a:off x="1308100" y="5795962"/>
            <a:ext cx="9288463" cy="100013"/>
          </a:xfrm>
        </p:spPr>
        <p:txBody>
          <a:bodyPr anchor="b"/>
          <a:lstStyle>
            <a:lvl1pPr marL="0" indent="0">
              <a:buNone/>
              <a:defRPr sz="800" cap="all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de-AT" dirty="0"/>
              <a:t>© Copyright-Info, Quelle, …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43B606A-DCE3-4B26-81CB-18C2E897C83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AT"/>
              <a:t>Cython im Pure-Python Mode | 06.11.2025</a:t>
            </a:r>
            <a:endParaRPr lang="de-AT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0F75537-0A25-4CFA-A3B7-13DE6D8B980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18F7AD7-DC47-44A0-A9D7-F1C17BFD6F09}" type="slidenum">
              <a:rPr lang="de-AT" smtClean="0"/>
              <a:pPr/>
              <a:t>‹Nr.›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84496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ließtext 2-spalt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rafik 41" descr="Logo der Technischen Universität Wien">
            <a:extLst>
              <a:ext uri="{FF2B5EF4-FFF2-40B4-BE49-F238E27FC236}">
                <a16:creationId xmlns:a16="http://schemas.microsoft.com/office/drawing/2014/main" id="{A4D9C9F8-301E-4CFC-8B8A-DEDA2C5FE76E}"/>
              </a:ext>
            </a:extLst>
          </p:cNvPr>
          <p:cNvPicPr/>
          <p:nvPr userDrawn="1"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8287" y="466725"/>
            <a:ext cx="1939882" cy="73488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D1800308-609F-43F8-A26B-1C8A6934DB39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307065" y="1549399"/>
            <a:ext cx="9289498" cy="82867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9AD4FC-B392-43C1-88AF-11A99A7BAEB9}"/>
              </a:ext>
            </a:extLst>
          </p:cNvPr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>
          <a:xfrm>
            <a:off x="1308100" y="2628900"/>
            <a:ext cx="9288463" cy="3095625"/>
          </a:xfrm>
        </p:spPr>
        <p:txBody>
          <a:bodyPr numCol="2" spcCol="540000"/>
          <a:lstStyle>
            <a:lvl1pPr>
              <a:buClr>
                <a:schemeClr val="accent1"/>
              </a:buClr>
              <a:defRPr lang="de-AT" dirty="0"/>
            </a:lvl1pPr>
            <a:lvl2pPr>
              <a:buClr>
                <a:schemeClr val="accent1"/>
              </a:buClr>
              <a:defRPr lang="de-AT" dirty="0"/>
            </a:lvl2pPr>
            <a:lvl3pPr>
              <a:buClr>
                <a:schemeClr val="accent1"/>
              </a:buClr>
              <a:defRPr lang="de-AT" dirty="0"/>
            </a:lvl3pPr>
            <a:lvl4pPr>
              <a:buClr>
                <a:schemeClr val="accent1"/>
              </a:buClr>
              <a:defRPr lang="de-AT" dirty="0"/>
            </a:lvl4pPr>
            <a:lvl5pPr>
              <a:buClr>
                <a:schemeClr val="accent1"/>
              </a:buClr>
              <a:defRPr lang="de-AT" dirty="0"/>
            </a:lvl5pPr>
          </a:lstStyle>
          <a:p>
            <a:pPr lvl="0"/>
            <a:r>
              <a:rPr lang="de-AT" dirty="0"/>
              <a:t>Formatvorlagen des Textmasters bearbeiten</a:t>
            </a:r>
          </a:p>
          <a:p>
            <a:pPr lvl="1"/>
            <a:r>
              <a:rPr lang="de-AT" dirty="0"/>
              <a:t>Zweite Ebene</a:t>
            </a:r>
          </a:p>
          <a:p>
            <a:pPr lvl="2"/>
            <a:r>
              <a:rPr lang="de-AT" dirty="0"/>
              <a:t>Dritte Ebene</a:t>
            </a:r>
          </a:p>
          <a:p>
            <a:pPr lvl="3"/>
            <a:r>
              <a:rPr lang="de-AT" dirty="0"/>
              <a:t>Vierte Ebene</a:t>
            </a:r>
          </a:p>
          <a:p>
            <a:pPr lvl="4"/>
            <a:r>
              <a:rPr lang="de-AT" dirty="0"/>
              <a:t>Fünfte Ebene</a:t>
            </a:r>
          </a:p>
        </p:txBody>
      </p:sp>
      <p:sp>
        <p:nvSpPr>
          <p:cNvPr id="43" name="Textplatzhalter 6">
            <a:extLst>
              <a:ext uri="{FF2B5EF4-FFF2-40B4-BE49-F238E27FC236}">
                <a16:creationId xmlns:a16="http://schemas.microsoft.com/office/drawing/2014/main" id="{E46D94CB-4BAE-48DA-827F-D9056A475D34}"/>
              </a:ext>
            </a:extLst>
          </p:cNvPr>
          <p:cNvSpPr>
            <a:spLocks noGrp="1"/>
          </p:cNvSpPr>
          <p:nvPr>
            <p:ph type="body" sz="quarter" idx="16" hasCustomPrompt="1"/>
            <p:custDataLst>
              <p:tags r:id="rId4"/>
            </p:custDataLst>
          </p:nvPr>
        </p:nvSpPr>
        <p:spPr>
          <a:xfrm>
            <a:off x="1308100" y="5795962"/>
            <a:ext cx="9288463" cy="100013"/>
          </a:xfrm>
        </p:spPr>
        <p:txBody>
          <a:bodyPr anchor="b"/>
          <a:lstStyle>
            <a:lvl1pPr marL="0" indent="0">
              <a:buNone/>
              <a:defRPr sz="800" cap="all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de-AT" dirty="0"/>
              <a:t>© Copyright-Info, Quelle, …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63E4034-6935-4B71-9A67-0E435E534DE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AT"/>
              <a:t>Cython im Pure-Python Mode | 06.11.2025</a:t>
            </a:r>
            <a:endParaRPr lang="de-AT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ED50658-ABE2-461D-84EF-37BA96365EA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18F7AD7-DC47-44A0-A9D7-F1C17BFD6F09}" type="slidenum">
              <a:rPr lang="de-AT" smtClean="0"/>
              <a:pPr/>
              <a:t>‹Nr.›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305470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rafik 43" descr="Logo der Technischen Universität Wien">
            <a:extLst>
              <a:ext uri="{FF2B5EF4-FFF2-40B4-BE49-F238E27FC236}">
                <a16:creationId xmlns:a16="http://schemas.microsoft.com/office/drawing/2014/main" id="{A7466A94-84E9-488D-9FEA-54A799BB8F63}"/>
              </a:ext>
            </a:extLst>
          </p:cNvPr>
          <p:cNvPicPr/>
          <p:nvPr userDrawn="1"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8287" y="466725"/>
            <a:ext cx="1939882" cy="734886"/>
          </a:xfrm>
          <a:prstGeom prst="rect">
            <a:avLst/>
          </a:prstGeom>
        </p:spPr>
      </p:pic>
      <p:sp>
        <p:nvSpPr>
          <p:cNvPr id="5" name="Titel 4">
            <a:extLst>
              <a:ext uri="{FF2B5EF4-FFF2-40B4-BE49-F238E27FC236}">
                <a16:creationId xmlns:a16="http://schemas.microsoft.com/office/drawing/2014/main" id="{7994A365-AC87-4177-BCC2-611ADD06E3C5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307068" y="1549399"/>
            <a:ext cx="9578419" cy="82867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 dirty="0"/>
          </a:p>
        </p:txBody>
      </p:sp>
      <p:sp>
        <p:nvSpPr>
          <p:cNvPr id="8" name="Textplatzhalter 5">
            <a:extLst>
              <a:ext uri="{FF2B5EF4-FFF2-40B4-BE49-F238E27FC236}">
                <a16:creationId xmlns:a16="http://schemas.microsoft.com/office/drawing/2014/main" id="{F29669C5-6473-4DB6-A3D0-5DBCA391D293}"/>
              </a:ext>
            </a:extLst>
          </p:cNvPr>
          <p:cNvSpPr>
            <a:spLocks noGrp="1"/>
          </p:cNvSpPr>
          <p:nvPr>
            <p:ph type="body" sz="quarter" idx="12" hasCustomPrompt="1"/>
            <p:custDataLst>
              <p:tags r:id="rId3"/>
            </p:custDataLst>
          </p:nvPr>
        </p:nvSpPr>
        <p:spPr>
          <a:xfrm>
            <a:off x="1307069" y="2628900"/>
            <a:ext cx="4465081" cy="3103562"/>
          </a:xfrm>
        </p:spPr>
        <p:txBody>
          <a:bodyPr/>
          <a:lstStyle>
            <a:lvl1pPr marL="0" indent="0">
              <a:buClr>
                <a:schemeClr val="tx2"/>
              </a:buClr>
              <a:buNone/>
              <a:defRPr b="1">
                <a:solidFill>
                  <a:schemeClr val="accent1"/>
                </a:solidFill>
              </a:defRPr>
            </a:lvl1pPr>
            <a:lvl2pPr marL="0" indent="0">
              <a:buClr>
                <a:schemeClr val="tx2"/>
              </a:buClr>
              <a:buNone/>
              <a:defRPr b="1"/>
            </a:lvl2pPr>
            <a:lvl3pPr marL="273050" indent="-273050">
              <a:buClr>
                <a:schemeClr val="accent1"/>
              </a:buClr>
              <a:defRPr/>
            </a:lvl3pPr>
            <a:lvl4pPr marL="536575" indent="-268288">
              <a:buClr>
                <a:schemeClr val="accent1"/>
              </a:buClr>
              <a:defRPr/>
            </a:lvl4pPr>
            <a:lvl5pPr marL="809625" indent="-268288">
              <a:buClr>
                <a:schemeClr val="accent1"/>
              </a:buClr>
              <a:defRPr/>
            </a:lvl5pPr>
          </a:lstStyle>
          <a:p>
            <a:pPr lvl="0"/>
            <a:r>
              <a:rPr lang="de-AT" dirty="0"/>
              <a:t>Formatvorlagen des Textmasters bearbeiten</a:t>
            </a:r>
          </a:p>
          <a:p>
            <a:pPr lvl="1"/>
            <a:r>
              <a:rPr lang="de-AT" dirty="0"/>
              <a:t>Zweite Ebene</a:t>
            </a:r>
          </a:p>
          <a:p>
            <a:pPr lvl="2"/>
            <a:r>
              <a:rPr lang="de-AT" dirty="0"/>
              <a:t>Dritte Ebene</a:t>
            </a:r>
          </a:p>
          <a:p>
            <a:pPr lvl="3"/>
            <a:r>
              <a:rPr lang="de-AT" dirty="0"/>
              <a:t>Vierte Ebene</a:t>
            </a:r>
          </a:p>
          <a:p>
            <a:pPr lvl="4"/>
            <a:r>
              <a:rPr lang="de-AT" dirty="0"/>
              <a:t>Fünfte Ebene</a:t>
            </a:r>
          </a:p>
        </p:txBody>
      </p:sp>
      <p:sp>
        <p:nvSpPr>
          <p:cNvPr id="46" name="Textplatzhalter 6">
            <a:extLst>
              <a:ext uri="{FF2B5EF4-FFF2-40B4-BE49-F238E27FC236}">
                <a16:creationId xmlns:a16="http://schemas.microsoft.com/office/drawing/2014/main" id="{914CD1B9-8EAD-4E64-B937-2191518FA7BA}"/>
              </a:ext>
            </a:extLst>
          </p:cNvPr>
          <p:cNvSpPr>
            <a:spLocks noGrp="1"/>
          </p:cNvSpPr>
          <p:nvPr>
            <p:ph type="body" sz="quarter" idx="16" hasCustomPrompt="1"/>
            <p:custDataLst>
              <p:tags r:id="rId4"/>
            </p:custDataLst>
          </p:nvPr>
        </p:nvSpPr>
        <p:spPr>
          <a:xfrm>
            <a:off x="1308100" y="5795962"/>
            <a:ext cx="4464000" cy="100013"/>
          </a:xfrm>
        </p:spPr>
        <p:txBody>
          <a:bodyPr anchor="b"/>
          <a:lstStyle>
            <a:lvl1pPr marL="0" indent="0">
              <a:buNone/>
              <a:defRPr sz="800" cap="all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de-AT" dirty="0"/>
              <a:t>© Copyright-Info, Quelle, …</a:t>
            </a:r>
          </a:p>
        </p:txBody>
      </p:sp>
      <p:sp>
        <p:nvSpPr>
          <p:cNvPr id="10" name="Textplatzhalter 5">
            <a:extLst>
              <a:ext uri="{FF2B5EF4-FFF2-40B4-BE49-F238E27FC236}">
                <a16:creationId xmlns:a16="http://schemas.microsoft.com/office/drawing/2014/main" id="{3467B23B-DD93-4CED-BBFA-9278E3AD6732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5"/>
            </p:custDataLst>
          </p:nvPr>
        </p:nvSpPr>
        <p:spPr>
          <a:xfrm>
            <a:off x="6418246" y="2628900"/>
            <a:ext cx="4465081" cy="3103562"/>
          </a:xfrm>
        </p:spPr>
        <p:txBody>
          <a:bodyPr/>
          <a:lstStyle>
            <a:lvl1pPr marL="0" indent="0">
              <a:buClr>
                <a:schemeClr val="tx2"/>
              </a:buClr>
              <a:buNone/>
              <a:defRPr b="1">
                <a:solidFill>
                  <a:schemeClr val="accent1"/>
                </a:solidFill>
              </a:defRPr>
            </a:lvl1pPr>
            <a:lvl2pPr marL="0" indent="0">
              <a:buClr>
                <a:schemeClr val="tx2"/>
              </a:buClr>
              <a:buNone/>
              <a:defRPr b="1"/>
            </a:lvl2pPr>
            <a:lvl3pPr marL="273050" indent="-273050">
              <a:buClr>
                <a:schemeClr val="accent1"/>
              </a:buClr>
              <a:defRPr/>
            </a:lvl3pPr>
            <a:lvl4pPr marL="536575" indent="-268288">
              <a:buClr>
                <a:schemeClr val="accent1"/>
              </a:buClr>
              <a:defRPr/>
            </a:lvl4pPr>
            <a:lvl5pPr marL="809625" indent="-268288">
              <a:buClr>
                <a:schemeClr val="accent1"/>
              </a:buClr>
              <a:defRPr/>
            </a:lvl5pPr>
          </a:lstStyle>
          <a:p>
            <a:pPr lvl="0"/>
            <a:r>
              <a:rPr lang="de-AT" dirty="0"/>
              <a:t>Formatvorlagen des Textmasters bearbeiten</a:t>
            </a:r>
          </a:p>
          <a:p>
            <a:pPr lvl="1"/>
            <a:r>
              <a:rPr lang="de-AT" dirty="0"/>
              <a:t>Zweite Ebene</a:t>
            </a:r>
          </a:p>
          <a:p>
            <a:pPr lvl="2"/>
            <a:r>
              <a:rPr lang="de-AT" dirty="0"/>
              <a:t>Dritte Ebene</a:t>
            </a:r>
          </a:p>
          <a:p>
            <a:pPr lvl="3"/>
            <a:r>
              <a:rPr lang="de-AT" dirty="0"/>
              <a:t>Vierte Ebene</a:t>
            </a:r>
          </a:p>
          <a:p>
            <a:pPr lvl="4"/>
            <a:r>
              <a:rPr lang="de-AT" dirty="0"/>
              <a:t>Fünfte Ebene</a:t>
            </a:r>
          </a:p>
        </p:txBody>
      </p:sp>
      <p:sp>
        <p:nvSpPr>
          <p:cNvPr id="47" name="Textplatzhalter 6">
            <a:extLst>
              <a:ext uri="{FF2B5EF4-FFF2-40B4-BE49-F238E27FC236}">
                <a16:creationId xmlns:a16="http://schemas.microsoft.com/office/drawing/2014/main" id="{40AACBD9-D144-47D8-BF22-75B6B84380F3}"/>
              </a:ext>
            </a:extLst>
          </p:cNvPr>
          <p:cNvSpPr>
            <a:spLocks noGrp="1"/>
          </p:cNvSpPr>
          <p:nvPr>
            <p:ph type="body" sz="quarter" idx="20" hasCustomPrompt="1"/>
            <p:custDataLst>
              <p:tags r:id="rId6"/>
            </p:custDataLst>
          </p:nvPr>
        </p:nvSpPr>
        <p:spPr>
          <a:xfrm>
            <a:off x="6419327" y="5795962"/>
            <a:ext cx="4464000" cy="100013"/>
          </a:xfrm>
        </p:spPr>
        <p:txBody>
          <a:bodyPr anchor="b"/>
          <a:lstStyle>
            <a:lvl1pPr marL="0" indent="0">
              <a:buNone/>
              <a:defRPr sz="800" cap="all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de-AT" dirty="0"/>
              <a:t>© Copyright-Info, Quelle, …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634CED7-D00E-4574-8CD5-1FA88AC3EA9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AT"/>
              <a:t>Cython im Pure-Python Mode | 06.11.2025</a:t>
            </a:r>
            <a:endParaRPr lang="de-AT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B125049-6367-4C75-8FB6-5DE528AB6A1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418F7AD7-DC47-44A0-A9D7-F1C17BFD6F09}" type="slidenum">
              <a:rPr lang="de-AT" smtClean="0"/>
              <a:pPr/>
              <a:t>‹Nr.›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578669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rafik 40" descr="Logo der Technischen Universität Wien">
            <a:extLst>
              <a:ext uri="{FF2B5EF4-FFF2-40B4-BE49-F238E27FC236}">
                <a16:creationId xmlns:a16="http://schemas.microsoft.com/office/drawing/2014/main" id="{F00D7A92-5520-4010-997D-C3C16905376F}"/>
              </a:ext>
            </a:extLst>
          </p:cNvPr>
          <p:cNvPicPr/>
          <p:nvPr userDrawn="1"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8287" y="466725"/>
            <a:ext cx="1939882" cy="73488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1241BC17-C220-4886-BD60-87072EB61113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307065" y="1549399"/>
            <a:ext cx="9269084" cy="82867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233E7E8-1933-4C21-BF6B-D51AF4E4672E}"/>
              </a:ext>
            </a:extLst>
          </p:cNvPr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1308100" y="2628900"/>
            <a:ext cx="926908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A403E22A-F459-43A1-AB6C-BD735B41F1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AT"/>
              <a:t>Cython im Pure-Python Mode | 06.11.2025</a:t>
            </a:r>
            <a:endParaRPr lang="de-AT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B833629F-A04C-410B-858F-2375C6E7FB9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8F7AD7-DC47-44A0-A9D7-F1C17BFD6F09}" type="slidenum">
              <a:rPr lang="de-AT" smtClean="0"/>
              <a:pPr/>
              <a:t>‹Nr.›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957113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rafik 44" descr="Logo der Technischen Universität Wien">
            <a:extLst>
              <a:ext uri="{FF2B5EF4-FFF2-40B4-BE49-F238E27FC236}">
                <a16:creationId xmlns:a16="http://schemas.microsoft.com/office/drawing/2014/main" id="{6EA20A8E-3CA3-4F5D-8861-97A51D3F6533}"/>
              </a:ext>
            </a:extLst>
          </p:cNvPr>
          <p:cNvPicPr/>
          <p:nvPr userDrawn="1"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8287" y="466725"/>
            <a:ext cx="1939882" cy="734886"/>
          </a:xfrm>
          <a:prstGeom prst="rect">
            <a:avLst/>
          </a:prstGeom>
        </p:spPr>
      </p:pic>
      <p:sp>
        <p:nvSpPr>
          <p:cNvPr id="43" name="Titel 42">
            <a:extLst>
              <a:ext uri="{FF2B5EF4-FFF2-40B4-BE49-F238E27FC236}">
                <a16:creationId xmlns:a16="http://schemas.microsoft.com/office/drawing/2014/main" id="{1F24D4FE-3C5E-4183-ACAE-90DCD1944895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307070" y="1549399"/>
            <a:ext cx="9578418" cy="82867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7B43B39-7264-48E0-94D9-E36AC50DAA03}"/>
              </a:ext>
            </a:extLst>
          </p:cNvPr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1307069" y="2628900"/>
            <a:ext cx="4465082" cy="3103562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de-AT" dirty="0"/>
              <a:t>Formatvorlagen des Textmasters bearbeiten</a:t>
            </a:r>
          </a:p>
          <a:p>
            <a:pPr lvl="1"/>
            <a:r>
              <a:rPr lang="de-AT" dirty="0"/>
              <a:t>Zweite Ebene</a:t>
            </a:r>
          </a:p>
          <a:p>
            <a:pPr lvl="2"/>
            <a:r>
              <a:rPr lang="de-AT" dirty="0"/>
              <a:t>Dritte Ebene</a:t>
            </a:r>
          </a:p>
          <a:p>
            <a:pPr lvl="3"/>
            <a:r>
              <a:rPr lang="de-AT" dirty="0"/>
              <a:t>Vierte Ebene</a:t>
            </a:r>
          </a:p>
          <a:p>
            <a:pPr lvl="4"/>
            <a:r>
              <a:rPr lang="de-AT" dirty="0"/>
              <a:t>Fünfte Ebene</a:t>
            </a:r>
          </a:p>
        </p:txBody>
      </p:sp>
      <p:sp>
        <p:nvSpPr>
          <p:cNvPr id="44" name="Textplatzhalter 6">
            <a:extLst>
              <a:ext uri="{FF2B5EF4-FFF2-40B4-BE49-F238E27FC236}">
                <a16:creationId xmlns:a16="http://schemas.microsoft.com/office/drawing/2014/main" id="{DBDE5BD8-2226-45B1-BEC6-F35C7B6AF32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1308099" y="5795962"/>
            <a:ext cx="4464000" cy="100013"/>
          </a:xfrm>
        </p:spPr>
        <p:txBody>
          <a:bodyPr anchor="b"/>
          <a:lstStyle>
            <a:lvl1pPr marL="0" indent="0">
              <a:buNone/>
              <a:defRPr sz="800" cap="all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de-AT" dirty="0"/>
              <a:t>© Copyright-Info, Quelle, …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E90AAD2-686D-442B-A7A1-591C8F14300E}"/>
              </a:ext>
            </a:extLst>
          </p:cNvPr>
          <p:cNvSpPr>
            <a:spLocks noGrp="1"/>
          </p:cNvSpPr>
          <p:nvPr>
            <p:ph sz="half" idx="2" hasCustomPrompt="1"/>
            <p:custDataLst>
              <p:tags r:id="rId5"/>
            </p:custDataLst>
          </p:nvPr>
        </p:nvSpPr>
        <p:spPr>
          <a:xfrm>
            <a:off x="6424937" y="2628900"/>
            <a:ext cx="4459997" cy="3103562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de-AT" dirty="0"/>
              <a:t>Formatvorlagen des Textmasters bearbeiten</a:t>
            </a:r>
          </a:p>
          <a:p>
            <a:pPr lvl="1"/>
            <a:r>
              <a:rPr lang="de-AT" dirty="0"/>
              <a:t>Zweite Ebene</a:t>
            </a:r>
          </a:p>
          <a:p>
            <a:pPr lvl="2"/>
            <a:r>
              <a:rPr lang="de-AT" dirty="0"/>
              <a:t>Dritte Ebene</a:t>
            </a:r>
          </a:p>
          <a:p>
            <a:pPr lvl="3"/>
            <a:r>
              <a:rPr lang="de-AT" dirty="0"/>
              <a:t>Vierte Ebene</a:t>
            </a:r>
          </a:p>
          <a:p>
            <a:pPr lvl="4"/>
            <a:r>
              <a:rPr lang="de-AT" dirty="0"/>
              <a:t>Fünfte Ebene</a:t>
            </a:r>
          </a:p>
        </p:txBody>
      </p:sp>
      <p:sp>
        <p:nvSpPr>
          <p:cNvPr id="47" name="Textplatzhalter 6">
            <a:extLst>
              <a:ext uri="{FF2B5EF4-FFF2-40B4-BE49-F238E27FC236}">
                <a16:creationId xmlns:a16="http://schemas.microsoft.com/office/drawing/2014/main" id="{701ADA35-279E-492B-B021-30E7C8352F7A}"/>
              </a:ext>
            </a:extLst>
          </p:cNvPr>
          <p:cNvSpPr>
            <a:spLocks noGrp="1"/>
          </p:cNvSpPr>
          <p:nvPr>
            <p:ph type="body" sz="quarter" idx="20" hasCustomPrompt="1"/>
            <p:custDataLst>
              <p:tags r:id="rId6"/>
            </p:custDataLst>
          </p:nvPr>
        </p:nvSpPr>
        <p:spPr>
          <a:xfrm>
            <a:off x="6419327" y="5795962"/>
            <a:ext cx="4464000" cy="100013"/>
          </a:xfrm>
        </p:spPr>
        <p:txBody>
          <a:bodyPr anchor="b"/>
          <a:lstStyle>
            <a:lvl1pPr marL="0" indent="0">
              <a:buNone/>
              <a:defRPr sz="800" cap="all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de-AT" dirty="0"/>
              <a:t>© Copyright-Info, Quelle, …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93027492-3CB4-4D02-9A01-189D7514661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AT"/>
              <a:t>Cython im Pure-Python Mode | 06.11.2025</a:t>
            </a:r>
            <a:endParaRPr lang="de-AT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BD27729-9276-4DB3-AF92-EA11DF36B7B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18F7AD7-DC47-44A0-A9D7-F1C17BFD6F09}" type="slidenum">
              <a:rPr lang="de-AT" smtClean="0"/>
              <a:pPr/>
              <a:t>‹Nr.›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393690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nhalte mit Titel und Zwischen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rafik 47" descr="Logo der Technischen Universität Wien">
            <a:extLst>
              <a:ext uri="{FF2B5EF4-FFF2-40B4-BE49-F238E27FC236}">
                <a16:creationId xmlns:a16="http://schemas.microsoft.com/office/drawing/2014/main" id="{0070AC2A-BF7C-4825-9DC2-F4E94C492039}"/>
              </a:ext>
            </a:extLst>
          </p:cNvPr>
          <p:cNvPicPr/>
          <p:nvPr userDrawn="1"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8287" y="466725"/>
            <a:ext cx="1939882" cy="734886"/>
          </a:xfrm>
          <a:prstGeom prst="rect">
            <a:avLst/>
          </a:prstGeom>
        </p:spPr>
      </p:pic>
      <p:sp>
        <p:nvSpPr>
          <p:cNvPr id="43" name="Titel 42">
            <a:extLst>
              <a:ext uri="{FF2B5EF4-FFF2-40B4-BE49-F238E27FC236}">
                <a16:creationId xmlns:a16="http://schemas.microsoft.com/office/drawing/2014/main" id="{1F24D4FE-3C5E-4183-ACAE-90DCD1944895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307070" y="1549399"/>
            <a:ext cx="9578418" cy="82867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FEDB697-75F4-40C0-9433-E49B99644D2C}"/>
              </a:ext>
            </a:extLst>
          </p:cNvPr>
          <p:cNvSpPr>
            <a:spLocks noGrp="1"/>
          </p:cNvSpPr>
          <p:nvPr>
            <p:ph type="body" sz="quarter" idx="23" hasCustomPrompt="1"/>
            <p:custDataLst>
              <p:tags r:id="rId3"/>
            </p:custDataLst>
          </p:nvPr>
        </p:nvSpPr>
        <p:spPr>
          <a:xfrm>
            <a:off x="1306513" y="2635386"/>
            <a:ext cx="9578975" cy="412400"/>
          </a:xfrm>
        </p:spPr>
        <p:txBody>
          <a:bodyPr vert="horz" lIns="0" tIns="0" rIns="0" bIns="0" rtlCol="0">
            <a:noAutofit/>
          </a:bodyPr>
          <a:lstStyle>
            <a:lvl1pPr>
              <a:defRPr lang="de-DE" b="1" smtClean="0">
                <a:solidFill>
                  <a:schemeClr val="accent1"/>
                </a:solidFill>
              </a:defRPr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de-AT"/>
            </a:lvl5pPr>
          </a:lstStyle>
          <a:p>
            <a:pPr marL="0" lvl="0" indent="0">
              <a:buNone/>
            </a:pPr>
            <a:r>
              <a:rPr lang="de-AT" dirty="0"/>
              <a:t>Zwischentitel</a:t>
            </a:r>
          </a:p>
        </p:txBody>
      </p:sp>
      <p:sp>
        <p:nvSpPr>
          <p:cNvPr id="45" name="Inhaltsplatzhalter 2">
            <a:extLst>
              <a:ext uri="{FF2B5EF4-FFF2-40B4-BE49-F238E27FC236}">
                <a16:creationId xmlns:a16="http://schemas.microsoft.com/office/drawing/2014/main" id="{9824CDBD-05FF-44D6-AFB9-1597F69DA601}"/>
              </a:ext>
            </a:extLst>
          </p:cNvPr>
          <p:cNvSpPr>
            <a:spLocks noGrp="1"/>
          </p:cNvSpPr>
          <p:nvPr>
            <p:ph sz="half" idx="21" hasCustomPrompt="1"/>
            <p:custDataLst>
              <p:tags r:id="rId4"/>
            </p:custDataLst>
          </p:nvPr>
        </p:nvSpPr>
        <p:spPr>
          <a:xfrm>
            <a:off x="1307069" y="3047786"/>
            <a:ext cx="4465082" cy="2676739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de-AT" dirty="0"/>
              <a:t>Formatvorlagen des Textmasters bearbeiten</a:t>
            </a:r>
          </a:p>
          <a:p>
            <a:pPr lvl="1"/>
            <a:r>
              <a:rPr lang="de-AT" dirty="0"/>
              <a:t>Zweite Ebene</a:t>
            </a:r>
          </a:p>
          <a:p>
            <a:pPr lvl="2"/>
            <a:r>
              <a:rPr lang="de-AT" dirty="0"/>
              <a:t>Dritte Ebene</a:t>
            </a:r>
          </a:p>
          <a:p>
            <a:pPr lvl="3"/>
            <a:r>
              <a:rPr lang="de-AT" dirty="0"/>
              <a:t>Vierte Ebene</a:t>
            </a:r>
          </a:p>
          <a:p>
            <a:pPr lvl="4"/>
            <a:r>
              <a:rPr lang="de-AT" dirty="0"/>
              <a:t>Fünfte Ebene</a:t>
            </a:r>
          </a:p>
        </p:txBody>
      </p:sp>
      <p:sp>
        <p:nvSpPr>
          <p:cNvPr id="44" name="Textplatzhalter 6">
            <a:extLst>
              <a:ext uri="{FF2B5EF4-FFF2-40B4-BE49-F238E27FC236}">
                <a16:creationId xmlns:a16="http://schemas.microsoft.com/office/drawing/2014/main" id="{4BC4CB93-0EDA-40F6-A82A-7933C7369F6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1308099" y="5795962"/>
            <a:ext cx="4464000" cy="100013"/>
          </a:xfrm>
        </p:spPr>
        <p:txBody>
          <a:bodyPr anchor="b"/>
          <a:lstStyle>
            <a:lvl1pPr marL="0" indent="0">
              <a:buNone/>
              <a:defRPr sz="800" cap="all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de-AT" dirty="0"/>
              <a:t>© Copyright-Info, Quelle, …</a:t>
            </a:r>
          </a:p>
        </p:txBody>
      </p:sp>
      <p:sp>
        <p:nvSpPr>
          <p:cNvPr id="46" name="Inhaltsplatzhalter 3">
            <a:extLst>
              <a:ext uri="{FF2B5EF4-FFF2-40B4-BE49-F238E27FC236}">
                <a16:creationId xmlns:a16="http://schemas.microsoft.com/office/drawing/2014/main" id="{CF7679A8-5D7D-4C63-A562-FF2DD8258D52}"/>
              </a:ext>
            </a:extLst>
          </p:cNvPr>
          <p:cNvSpPr>
            <a:spLocks noGrp="1"/>
          </p:cNvSpPr>
          <p:nvPr>
            <p:ph sz="half" idx="22" hasCustomPrompt="1"/>
            <p:custDataLst>
              <p:tags r:id="rId6"/>
            </p:custDataLst>
          </p:nvPr>
        </p:nvSpPr>
        <p:spPr>
          <a:xfrm>
            <a:off x="6424937" y="3047786"/>
            <a:ext cx="4459997" cy="2676739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de-AT" dirty="0"/>
              <a:t>Formatvorlagen des Textmasters bearbeiten</a:t>
            </a:r>
          </a:p>
          <a:p>
            <a:pPr lvl="1"/>
            <a:r>
              <a:rPr lang="de-AT" dirty="0"/>
              <a:t>Zweite Ebene</a:t>
            </a:r>
          </a:p>
          <a:p>
            <a:pPr lvl="2"/>
            <a:r>
              <a:rPr lang="de-AT" dirty="0"/>
              <a:t>Dritte Ebene</a:t>
            </a:r>
          </a:p>
          <a:p>
            <a:pPr lvl="3"/>
            <a:r>
              <a:rPr lang="de-AT" dirty="0"/>
              <a:t>Vierte Ebene</a:t>
            </a:r>
          </a:p>
          <a:p>
            <a:pPr lvl="4"/>
            <a:r>
              <a:rPr lang="de-AT" dirty="0"/>
              <a:t>Fünfte Ebene</a:t>
            </a:r>
          </a:p>
        </p:txBody>
      </p:sp>
      <p:sp>
        <p:nvSpPr>
          <p:cNvPr id="47" name="Textplatzhalter 6">
            <a:extLst>
              <a:ext uri="{FF2B5EF4-FFF2-40B4-BE49-F238E27FC236}">
                <a16:creationId xmlns:a16="http://schemas.microsoft.com/office/drawing/2014/main" id="{049E4546-1F5E-4098-86E2-2AC2D6739014}"/>
              </a:ext>
            </a:extLst>
          </p:cNvPr>
          <p:cNvSpPr>
            <a:spLocks noGrp="1"/>
          </p:cNvSpPr>
          <p:nvPr>
            <p:ph type="body" sz="quarter" idx="20" hasCustomPrompt="1"/>
            <p:custDataLst>
              <p:tags r:id="rId7"/>
            </p:custDataLst>
          </p:nvPr>
        </p:nvSpPr>
        <p:spPr>
          <a:xfrm>
            <a:off x="6422935" y="5795962"/>
            <a:ext cx="4464000" cy="100013"/>
          </a:xfrm>
        </p:spPr>
        <p:txBody>
          <a:bodyPr anchor="b"/>
          <a:lstStyle>
            <a:lvl1pPr marL="0" indent="0">
              <a:buNone/>
              <a:defRPr sz="800" cap="all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de-AT" dirty="0"/>
              <a:t>© Copyright-Info, Quelle, …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93027492-3CB4-4D02-9A01-189D7514661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AT"/>
              <a:t>Cython im Pure-Python Mode | 06.11.2025</a:t>
            </a:r>
            <a:endParaRPr lang="de-AT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BD27729-9276-4DB3-AF92-EA11DF36B7B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18F7AD7-DC47-44A0-A9D7-F1C17BFD6F09}" type="slidenum">
              <a:rPr lang="de-AT" smtClean="0"/>
              <a:pPr/>
              <a:t>‹Nr.›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912992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rafik 45" descr="Logo der Technischen Universität Wien">
            <a:extLst>
              <a:ext uri="{FF2B5EF4-FFF2-40B4-BE49-F238E27FC236}">
                <a16:creationId xmlns:a16="http://schemas.microsoft.com/office/drawing/2014/main" id="{04A85C70-7CAB-4F95-9075-BECE02272E9D}"/>
              </a:ext>
            </a:extLst>
          </p:cNvPr>
          <p:cNvPicPr/>
          <p:nvPr userDrawn="1">
            <p:custDataLst>
              <p:tags r:id="rId1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8287" y="466725"/>
            <a:ext cx="1939882" cy="734886"/>
          </a:xfrm>
          <a:prstGeom prst="rect">
            <a:avLst/>
          </a:prstGeom>
        </p:spPr>
      </p:pic>
      <p:sp>
        <p:nvSpPr>
          <p:cNvPr id="43" name="Titel 42">
            <a:extLst>
              <a:ext uri="{FF2B5EF4-FFF2-40B4-BE49-F238E27FC236}">
                <a16:creationId xmlns:a16="http://schemas.microsoft.com/office/drawing/2014/main" id="{1F24D4FE-3C5E-4183-ACAE-90DCD1944895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307070" y="1549399"/>
            <a:ext cx="9578418" cy="82867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7B43B39-7264-48E0-94D9-E36AC50DAA03}"/>
              </a:ext>
            </a:extLst>
          </p:cNvPr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1307364" y="2628900"/>
            <a:ext cx="2880000" cy="3103562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de-AT" dirty="0"/>
              <a:t>Formatvorlagen des Textmasters bearbeiten</a:t>
            </a:r>
          </a:p>
          <a:p>
            <a:pPr lvl="1"/>
            <a:r>
              <a:rPr lang="de-AT" dirty="0"/>
              <a:t>Zweite Ebene</a:t>
            </a:r>
          </a:p>
          <a:p>
            <a:pPr lvl="2"/>
            <a:r>
              <a:rPr lang="de-AT" dirty="0"/>
              <a:t>Dritte Ebene</a:t>
            </a:r>
          </a:p>
          <a:p>
            <a:pPr lvl="3"/>
            <a:r>
              <a:rPr lang="de-AT" dirty="0"/>
              <a:t>Vierte Ebene</a:t>
            </a:r>
          </a:p>
          <a:p>
            <a:pPr lvl="4"/>
            <a:r>
              <a:rPr lang="de-AT" dirty="0"/>
              <a:t>Fünfte Ebene</a:t>
            </a:r>
          </a:p>
        </p:txBody>
      </p:sp>
      <p:sp>
        <p:nvSpPr>
          <p:cNvPr id="49" name="Textplatzhalter 6">
            <a:extLst>
              <a:ext uri="{FF2B5EF4-FFF2-40B4-BE49-F238E27FC236}">
                <a16:creationId xmlns:a16="http://schemas.microsoft.com/office/drawing/2014/main" id="{6BCE82C1-419A-452A-A896-A11CD5E44833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4"/>
            </p:custDataLst>
          </p:nvPr>
        </p:nvSpPr>
        <p:spPr>
          <a:xfrm>
            <a:off x="1308099" y="5795962"/>
            <a:ext cx="2880000" cy="100013"/>
          </a:xfrm>
        </p:spPr>
        <p:txBody>
          <a:bodyPr anchor="b"/>
          <a:lstStyle>
            <a:lvl1pPr marL="0" indent="0">
              <a:buNone/>
              <a:defRPr sz="800" cap="all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de-AT" dirty="0"/>
              <a:t>© Copyright-Info, Quelle, …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E90AAD2-686D-442B-A7A1-591C8F14300E}"/>
              </a:ext>
            </a:extLst>
          </p:cNvPr>
          <p:cNvSpPr>
            <a:spLocks noGrp="1"/>
          </p:cNvSpPr>
          <p:nvPr>
            <p:ph sz="half" idx="2" hasCustomPrompt="1"/>
            <p:custDataLst>
              <p:tags r:id="rId5"/>
            </p:custDataLst>
          </p:nvPr>
        </p:nvSpPr>
        <p:spPr>
          <a:xfrm>
            <a:off x="4656023" y="2628900"/>
            <a:ext cx="2880000" cy="3103562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de-AT" dirty="0"/>
              <a:t>Formatvorlagen des Textmasters bearbeiten</a:t>
            </a:r>
          </a:p>
          <a:p>
            <a:pPr lvl="1"/>
            <a:r>
              <a:rPr lang="de-AT" dirty="0"/>
              <a:t>Zweite Ebene</a:t>
            </a:r>
          </a:p>
          <a:p>
            <a:pPr lvl="2"/>
            <a:r>
              <a:rPr lang="de-AT" dirty="0"/>
              <a:t>Dritte Ebene</a:t>
            </a:r>
          </a:p>
          <a:p>
            <a:pPr lvl="3"/>
            <a:r>
              <a:rPr lang="de-AT" dirty="0"/>
              <a:t>Vierte Ebene</a:t>
            </a:r>
          </a:p>
          <a:p>
            <a:pPr lvl="4"/>
            <a:r>
              <a:rPr lang="de-AT" dirty="0"/>
              <a:t>Fünfte Ebene</a:t>
            </a:r>
          </a:p>
        </p:txBody>
      </p:sp>
      <p:sp>
        <p:nvSpPr>
          <p:cNvPr id="50" name="Textplatzhalter 6">
            <a:extLst>
              <a:ext uri="{FF2B5EF4-FFF2-40B4-BE49-F238E27FC236}">
                <a16:creationId xmlns:a16="http://schemas.microsoft.com/office/drawing/2014/main" id="{60062EA2-CEBE-4CD2-886F-E7499AFB7832}"/>
              </a:ext>
            </a:extLst>
          </p:cNvPr>
          <p:cNvSpPr>
            <a:spLocks noGrp="1"/>
          </p:cNvSpPr>
          <p:nvPr>
            <p:ph type="body" sz="quarter" idx="19" hasCustomPrompt="1"/>
            <p:custDataLst>
              <p:tags r:id="rId6"/>
            </p:custDataLst>
          </p:nvPr>
        </p:nvSpPr>
        <p:spPr>
          <a:xfrm>
            <a:off x="4656023" y="5795962"/>
            <a:ext cx="2880000" cy="100013"/>
          </a:xfrm>
        </p:spPr>
        <p:txBody>
          <a:bodyPr anchor="b"/>
          <a:lstStyle>
            <a:lvl1pPr marL="0" indent="0">
              <a:buNone/>
              <a:defRPr sz="800" cap="all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de-AT" dirty="0"/>
              <a:t>© Copyright-Info, Quelle, …</a:t>
            </a:r>
          </a:p>
        </p:txBody>
      </p:sp>
      <p:sp>
        <p:nvSpPr>
          <p:cNvPr id="44" name="Inhaltsplatzhalter 3">
            <a:extLst>
              <a:ext uri="{FF2B5EF4-FFF2-40B4-BE49-F238E27FC236}">
                <a16:creationId xmlns:a16="http://schemas.microsoft.com/office/drawing/2014/main" id="{835A0ABB-9EF3-4E9D-B6E8-3A64CA54EFA3}"/>
              </a:ext>
            </a:extLst>
          </p:cNvPr>
          <p:cNvSpPr>
            <a:spLocks noGrp="1"/>
          </p:cNvSpPr>
          <p:nvPr>
            <p:ph sz="half" idx="17" hasCustomPrompt="1"/>
            <p:custDataLst>
              <p:tags r:id="rId7"/>
            </p:custDataLst>
          </p:nvPr>
        </p:nvSpPr>
        <p:spPr>
          <a:xfrm>
            <a:off x="8004683" y="2628900"/>
            <a:ext cx="2880000" cy="3103562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de-AT" dirty="0"/>
              <a:t>Formatvorlagen des Textmasters bearbeiten</a:t>
            </a:r>
          </a:p>
          <a:p>
            <a:pPr lvl="1"/>
            <a:r>
              <a:rPr lang="de-AT" dirty="0"/>
              <a:t>Zweite Ebene</a:t>
            </a:r>
          </a:p>
          <a:p>
            <a:pPr lvl="2"/>
            <a:r>
              <a:rPr lang="de-AT" dirty="0"/>
              <a:t>Dritte Ebene</a:t>
            </a:r>
          </a:p>
          <a:p>
            <a:pPr lvl="3"/>
            <a:r>
              <a:rPr lang="de-AT" dirty="0"/>
              <a:t>Vierte Ebene</a:t>
            </a:r>
          </a:p>
          <a:p>
            <a:pPr lvl="4"/>
            <a:r>
              <a:rPr lang="de-AT" dirty="0"/>
              <a:t>Fünfte Ebene</a:t>
            </a:r>
          </a:p>
        </p:txBody>
      </p:sp>
      <p:sp>
        <p:nvSpPr>
          <p:cNvPr id="51" name="Textplatzhalter 6">
            <a:extLst>
              <a:ext uri="{FF2B5EF4-FFF2-40B4-BE49-F238E27FC236}">
                <a16:creationId xmlns:a16="http://schemas.microsoft.com/office/drawing/2014/main" id="{8A0E8162-B812-4DFA-A815-61AA72E5C157}"/>
              </a:ext>
            </a:extLst>
          </p:cNvPr>
          <p:cNvSpPr>
            <a:spLocks noGrp="1"/>
          </p:cNvSpPr>
          <p:nvPr>
            <p:ph type="body" sz="quarter" idx="20" hasCustomPrompt="1"/>
            <p:custDataLst>
              <p:tags r:id="rId8"/>
            </p:custDataLst>
          </p:nvPr>
        </p:nvSpPr>
        <p:spPr>
          <a:xfrm>
            <a:off x="8003901" y="5795962"/>
            <a:ext cx="2880000" cy="100013"/>
          </a:xfrm>
        </p:spPr>
        <p:txBody>
          <a:bodyPr anchor="b"/>
          <a:lstStyle>
            <a:lvl1pPr marL="0" indent="0">
              <a:buNone/>
              <a:defRPr sz="800" cap="all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de-AT" dirty="0"/>
              <a:t>© Copyright-Info, Quelle, …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93027492-3CB4-4D02-9A01-189D7514661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AT"/>
              <a:t>Cython im Pure-Python Mode | 06.11.2025</a:t>
            </a:r>
            <a:endParaRPr lang="de-AT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BD27729-9276-4DB3-AF92-EA11DF36B7B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18F7AD7-DC47-44A0-A9D7-F1C17BFD6F09}" type="slidenum">
              <a:rPr lang="de-AT" smtClean="0"/>
              <a:pPr/>
              <a:t>‹Nr.›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789034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nhalte mit 2 Überschrif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rafik 45" descr="Logo der Technischen Universität Wien">
            <a:extLst>
              <a:ext uri="{FF2B5EF4-FFF2-40B4-BE49-F238E27FC236}">
                <a16:creationId xmlns:a16="http://schemas.microsoft.com/office/drawing/2014/main" id="{099E51E9-DC66-419A-A177-526841A9308B}"/>
              </a:ext>
            </a:extLst>
          </p:cNvPr>
          <p:cNvPicPr/>
          <p:nvPr userDrawn="1">
            <p:custDataLst>
              <p:tags r:id="rId1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8287" y="466725"/>
            <a:ext cx="1939882" cy="734886"/>
          </a:xfrm>
          <a:prstGeom prst="rect">
            <a:avLst/>
          </a:prstGeom>
        </p:spPr>
      </p:pic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9B3A894-6582-4131-8E80-1DD0D8D21934}"/>
              </a:ext>
            </a:extLst>
          </p:cNvPr>
          <p:cNvSpPr>
            <a:spLocks noGrp="1"/>
          </p:cNvSpPr>
          <p:nvPr>
            <p:ph type="sldNum" sz="quarter" idx="17"/>
            <p:custDataLst>
              <p:tags r:id="rId2"/>
            </p:custDataLst>
          </p:nvPr>
        </p:nvSpPr>
        <p:spPr/>
        <p:txBody>
          <a:bodyPr/>
          <a:lstStyle/>
          <a:p>
            <a:fld id="{418F7AD7-DC47-44A0-A9D7-F1C17BFD6F09}" type="slidenum">
              <a:rPr lang="de-AT" smtClean="0"/>
              <a:pPr/>
              <a:t>‹Nr.›</a:t>
            </a:fld>
            <a:endParaRPr lang="de-AT" dirty="0"/>
          </a:p>
        </p:txBody>
      </p:sp>
      <p:sp>
        <p:nvSpPr>
          <p:cNvPr id="44" name="Titel 43">
            <a:extLst>
              <a:ext uri="{FF2B5EF4-FFF2-40B4-BE49-F238E27FC236}">
                <a16:creationId xmlns:a16="http://schemas.microsoft.com/office/drawing/2014/main" id="{F963C0A1-5171-448F-A988-DE64FAB96000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1308101" y="1549399"/>
            <a:ext cx="4464050" cy="82867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7B43B39-7264-48E0-94D9-E36AC50DAA03}"/>
              </a:ext>
            </a:extLst>
          </p:cNvPr>
          <p:cNvSpPr>
            <a:spLocks noGrp="1"/>
          </p:cNvSpPr>
          <p:nvPr>
            <p:ph sz="half" idx="1" hasCustomPrompt="1"/>
            <p:custDataLst>
              <p:tags r:id="rId4"/>
            </p:custDataLst>
          </p:nvPr>
        </p:nvSpPr>
        <p:spPr>
          <a:xfrm>
            <a:off x="1308100" y="2628900"/>
            <a:ext cx="4464051" cy="3103562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de-AT" dirty="0"/>
              <a:t>Formatvorlagen des Textmasters bearbeiten</a:t>
            </a:r>
          </a:p>
          <a:p>
            <a:pPr lvl="1"/>
            <a:r>
              <a:rPr lang="de-AT" dirty="0"/>
              <a:t>Zweite Ebene</a:t>
            </a:r>
          </a:p>
          <a:p>
            <a:pPr lvl="2"/>
            <a:r>
              <a:rPr lang="de-AT" dirty="0"/>
              <a:t>Dritte Ebene</a:t>
            </a:r>
          </a:p>
          <a:p>
            <a:pPr lvl="3"/>
            <a:r>
              <a:rPr lang="de-AT" dirty="0"/>
              <a:t>Vierte Ebene</a:t>
            </a:r>
          </a:p>
          <a:p>
            <a:pPr lvl="4"/>
            <a:r>
              <a:rPr lang="de-AT" dirty="0"/>
              <a:t>Fünfte Ebene</a:t>
            </a:r>
          </a:p>
        </p:txBody>
      </p:sp>
      <p:sp>
        <p:nvSpPr>
          <p:cNvPr id="45" name="Textplatzhalter 6">
            <a:extLst>
              <a:ext uri="{FF2B5EF4-FFF2-40B4-BE49-F238E27FC236}">
                <a16:creationId xmlns:a16="http://schemas.microsoft.com/office/drawing/2014/main" id="{F036BFB8-13F4-45C1-A152-0C4BA80C11B8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5"/>
            </p:custDataLst>
          </p:nvPr>
        </p:nvSpPr>
        <p:spPr>
          <a:xfrm>
            <a:off x="1308099" y="5795962"/>
            <a:ext cx="4464000" cy="100013"/>
          </a:xfrm>
        </p:spPr>
        <p:txBody>
          <a:bodyPr anchor="b"/>
          <a:lstStyle>
            <a:lvl1pPr marL="0" indent="0">
              <a:buNone/>
              <a:defRPr sz="800" cap="all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de-AT" dirty="0"/>
              <a:t>© Copyright-Info, Quelle, …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90A6531-1A5C-4E36-808F-D401F287FCB8}"/>
              </a:ext>
            </a:extLst>
          </p:cNvPr>
          <p:cNvSpPr>
            <a:spLocks noGrp="1"/>
          </p:cNvSpPr>
          <p:nvPr>
            <p:ph type="body" sz="quarter" idx="11" hasCustomPrompt="1"/>
            <p:custDataLst>
              <p:tags r:id="rId6"/>
            </p:custDataLst>
          </p:nvPr>
        </p:nvSpPr>
        <p:spPr bwMode="gray">
          <a:xfrm>
            <a:off x="6419849" y="1549401"/>
            <a:ext cx="4464000" cy="828674"/>
          </a:xfrm>
        </p:spPr>
        <p:txBody>
          <a:bodyPr anchor="b"/>
          <a:lstStyle>
            <a:lvl1pPr marL="0" indent="0"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AT" dirty="0"/>
              <a:t>Titel kurz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E90AAD2-686D-442B-A7A1-591C8F14300E}"/>
              </a:ext>
            </a:extLst>
          </p:cNvPr>
          <p:cNvSpPr>
            <a:spLocks noGrp="1"/>
          </p:cNvSpPr>
          <p:nvPr>
            <p:ph sz="half" idx="2" hasCustomPrompt="1"/>
            <p:custDataLst>
              <p:tags r:id="rId7"/>
            </p:custDataLst>
          </p:nvPr>
        </p:nvSpPr>
        <p:spPr>
          <a:xfrm>
            <a:off x="6419849" y="2628900"/>
            <a:ext cx="4464000" cy="3103562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de-AT" dirty="0"/>
              <a:t>Formatvorlagen des Textmasters bearbeiten</a:t>
            </a:r>
          </a:p>
          <a:p>
            <a:pPr lvl="1"/>
            <a:r>
              <a:rPr lang="de-AT" dirty="0"/>
              <a:t>Zweite Ebene</a:t>
            </a:r>
          </a:p>
          <a:p>
            <a:pPr lvl="2"/>
            <a:r>
              <a:rPr lang="de-AT" dirty="0"/>
              <a:t>Dritte Ebene</a:t>
            </a:r>
          </a:p>
          <a:p>
            <a:pPr lvl="3"/>
            <a:r>
              <a:rPr lang="de-AT" dirty="0"/>
              <a:t>Vierte Ebene</a:t>
            </a:r>
          </a:p>
          <a:p>
            <a:pPr lvl="4"/>
            <a:r>
              <a:rPr lang="de-AT" dirty="0"/>
              <a:t>Fünfte Ebene</a:t>
            </a:r>
          </a:p>
        </p:txBody>
      </p:sp>
      <p:sp>
        <p:nvSpPr>
          <p:cNvPr id="48" name="Textplatzhalter 6">
            <a:extLst>
              <a:ext uri="{FF2B5EF4-FFF2-40B4-BE49-F238E27FC236}">
                <a16:creationId xmlns:a16="http://schemas.microsoft.com/office/drawing/2014/main" id="{EDFB22B7-5CFA-40C9-876A-2EEB5D5B9329}"/>
              </a:ext>
            </a:extLst>
          </p:cNvPr>
          <p:cNvSpPr>
            <a:spLocks noGrp="1"/>
          </p:cNvSpPr>
          <p:nvPr>
            <p:ph type="body" sz="quarter" idx="20" hasCustomPrompt="1"/>
            <p:custDataLst>
              <p:tags r:id="rId8"/>
            </p:custDataLst>
          </p:nvPr>
        </p:nvSpPr>
        <p:spPr>
          <a:xfrm>
            <a:off x="6419327" y="5795962"/>
            <a:ext cx="4464000" cy="100013"/>
          </a:xfrm>
        </p:spPr>
        <p:txBody>
          <a:bodyPr anchor="b"/>
          <a:lstStyle>
            <a:lvl1pPr marL="0" indent="0">
              <a:buNone/>
              <a:defRPr sz="800" cap="all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de-AT" dirty="0"/>
              <a:t>© Copyright-Info, Quelle, …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01645802-C8CA-46DF-993F-A4B3CBA5C15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AT"/>
              <a:t>Cython im Pure-Python Mode | 06.11.2025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139903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und Bild gro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rafik 43" descr="Logo der Technischen Universität Wien">
            <a:extLst>
              <a:ext uri="{FF2B5EF4-FFF2-40B4-BE49-F238E27FC236}">
                <a16:creationId xmlns:a16="http://schemas.microsoft.com/office/drawing/2014/main" id="{6F6E8048-A8A6-40D6-9F76-8C1F76FD6D30}"/>
              </a:ext>
            </a:extLst>
          </p:cNvPr>
          <p:cNvPicPr/>
          <p:nvPr userDrawn="1"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8287" y="466725"/>
            <a:ext cx="1939882" cy="73488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33818965-B1EA-4BB7-B603-FBD6BFB823F3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308101" y="1549399"/>
            <a:ext cx="4464050" cy="82867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E736EC6-E18D-421D-815A-07C67D0C5B1D}"/>
              </a:ext>
            </a:extLst>
          </p:cNvPr>
          <p:cNvSpPr>
            <a:spLocks noGrp="1"/>
          </p:cNvSpPr>
          <p:nvPr>
            <p:ph type="body" sz="quarter" idx="11" hasCustomPrompt="1"/>
            <p:custDataLst>
              <p:tags r:id="rId3"/>
            </p:custDataLst>
          </p:nvPr>
        </p:nvSpPr>
        <p:spPr>
          <a:xfrm>
            <a:off x="1308101" y="2628900"/>
            <a:ext cx="4464050" cy="3275012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de-AT" dirty="0"/>
              <a:t>Formatvorlagen des Textmasters bearbeiten</a:t>
            </a:r>
          </a:p>
          <a:p>
            <a:pPr lvl="1"/>
            <a:r>
              <a:rPr lang="de-AT" dirty="0"/>
              <a:t>Zweite Ebene</a:t>
            </a:r>
          </a:p>
          <a:p>
            <a:pPr lvl="2"/>
            <a:r>
              <a:rPr lang="de-AT" dirty="0"/>
              <a:t>Dritte Ebene</a:t>
            </a:r>
          </a:p>
          <a:p>
            <a:pPr lvl="3"/>
            <a:r>
              <a:rPr lang="de-AT" dirty="0"/>
              <a:t>Vierte Ebene</a:t>
            </a:r>
          </a:p>
          <a:p>
            <a:pPr lvl="4"/>
            <a:r>
              <a:rPr lang="de-AT" dirty="0"/>
              <a:t>Fünfte Ebene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0032777-F022-4926-B155-9B65CA68852D}"/>
              </a:ext>
            </a:extLst>
          </p:cNvPr>
          <p:cNvSpPr>
            <a:spLocks noGrp="1"/>
          </p:cNvSpPr>
          <p:nvPr>
            <p:ph type="pic" sz="quarter" idx="12"/>
            <p:custDataLst>
              <p:tags r:id="rId4"/>
            </p:custDataLst>
          </p:nvPr>
        </p:nvSpPr>
        <p:spPr>
          <a:xfrm>
            <a:off x="6419850" y="466724"/>
            <a:ext cx="5292725" cy="525780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43" name="Textplatzhalter 6">
            <a:extLst>
              <a:ext uri="{FF2B5EF4-FFF2-40B4-BE49-F238E27FC236}">
                <a16:creationId xmlns:a16="http://schemas.microsoft.com/office/drawing/2014/main" id="{D7E7DD6B-7A49-46D6-9B77-F3D80A663AC4}"/>
              </a:ext>
            </a:extLst>
          </p:cNvPr>
          <p:cNvSpPr>
            <a:spLocks noGrp="1"/>
          </p:cNvSpPr>
          <p:nvPr>
            <p:ph type="body" sz="quarter" idx="20" hasCustomPrompt="1"/>
            <p:custDataLst>
              <p:tags r:id="rId5"/>
            </p:custDataLst>
          </p:nvPr>
        </p:nvSpPr>
        <p:spPr>
          <a:xfrm>
            <a:off x="6422935" y="5795962"/>
            <a:ext cx="5292000" cy="100013"/>
          </a:xfrm>
        </p:spPr>
        <p:txBody>
          <a:bodyPr anchor="b"/>
          <a:lstStyle>
            <a:lvl1pPr marL="0" indent="0">
              <a:buNone/>
              <a:defRPr sz="800" cap="all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de-AT" dirty="0"/>
              <a:t>© Copyright-Info, Quelle, …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498FEE5-0E49-40F0-A7F3-0900FB3D071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AT"/>
              <a:t>Cython im Pure-Python Mode | 06.11.2025</a:t>
            </a:r>
            <a:endParaRPr lang="de-AT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03C87CB-D750-4CCA-B59C-9E8CA49429C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18F7AD7-DC47-44A0-A9D7-F1C17BFD6F09}" type="slidenum">
              <a:rPr lang="de-AT" smtClean="0"/>
              <a:pPr/>
              <a:t>‹Nr.›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7221409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und Bild Querform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rafik 45" descr="Logo der Technischen Universität Wien">
            <a:extLst>
              <a:ext uri="{FF2B5EF4-FFF2-40B4-BE49-F238E27FC236}">
                <a16:creationId xmlns:a16="http://schemas.microsoft.com/office/drawing/2014/main" id="{8255916F-C74A-4F99-B096-58397C68C15E}"/>
              </a:ext>
            </a:extLst>
          </p:cNvPr>
          <p:cNvPicPr/>
          <p:nvPr userDrawn="1"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8287" y="466725"/>
            <a:ext cx="1939882" cy="734886"/>
          </a:xfrm>
          <a:prstGeom prst="rect">
            <a:avLst/>
          </a:prstGeom>
        </p:spPr>
      </p:pic>
      <p:sp>
        <p:nvSpPr>
          <p:cNvPr id="5" name="Titel 4">
            <a:extLst>
              <a:ext uri="{FF2B5EF4-FFF2-40B4-BE49-F238E27FC236}">
                <a16:creationId xmlns:a16="http://schemas.microsoft.com/office/drawing/2014/main" id="{23A681F0-FCE5-4B65-9CC1-B94D7109D7CD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308101" y="1549399"/>
            <a:ext cx="4464050" cy="82867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E736EC6-E18D-421D-815A-07C67D0C5B1D}"/>
              </a:ext>
            </a:extLst>
          </p:cNvPr>
          <p:cNvSpPr>
            <a:spLocks noGrp="1"/>
          </p:cNvSpPr>
          <p:nvPr>
            <p:ph type="body" sz="quarter" idx="11" hasCustomPrompt="1"/>
            <p:custDataLst>
              <p:tags r:id="rId3"/>
            </p:custDataLst>
          </p:nvPr>
        </p:nvSpPr>
        <p:spPr>
          <a:xfrm>
            <a:off x="1308101" y="2628900"/>
            <a:ext cx="4464050" cy="2455862"/>
          </a:xfrm>
        </p:spPr>
        <p:txBody>
          <a:bodyPr/>
          <a:lstStyle>
            <a:lvl1pPr>
              <a:buClr>
                <a:schemeClr val="accent1"/>
              </a:buClr>
              <a:defRPr lang="de-AT" dirty="0"/>
            </a:lvl1pPr>
            <a:lvl2pPr>
              <a:buClr>
                <a:schemeClr val="accent1"/>
              </a:buClr>
              <a:defRPr lang="de-AT" dirty="0"/>
            </a:lvl2pPr>
            <a:lvl3pPr>
              <a:buClr>
                <a:schemeClr val="accent1"/>
              </a:buClr>
              <a:defRPr lang="de-AT" dirty="0"/>
            </a:lvl3pPr>
            <a:lvl4pPr>
              <a:buClr>
                <a:schemeClr val="accent1"/>
              </a:buClr>
              <a:defRPr lang="de-AT" dirty="0"/>
            </a:lvl4pPr>
            <a:lvl5pPr>
              <a:buClr>
                <a:schemeClr val="accent1"/>
              </a:buClr>
              <a:defRPr lang="de-AT" dirty="0"/>
            </a:lvl5pPr>
          </a:lstStyle>
          <a:p>
            <a:pPr lvl="0"/>
            <a:r>
              <a:rPr lang="de-AT" dirty="0"/>
              <a:t>Formatvorlagen des Textmasters bearbeiten</a:t>
            </a:r>
          </a:p>
          <a:p>
            <a:pPr lvl="1"/>
            <a:r>
              <a:rPr lang="de-AT" dirty="0"/>
              <a:t>Zweite Ebene</a:t>
            </a:r>
          </a:p>
          <a:p>
            <a:pPr lvl="2"/>
            <a:r>
              <a:rPr lang="de-AT" dirty="0"/>
              <a:t>Dritte Ebene</a:t>
            </a:r>
          </a:p>
          <a:p>
            <a:pPr lvl="3"/>
            <a:r>
              <a:rPr lang="de-AT" dirty="0"/>
              <a:t>Vierte Ebene</a:t>
            </a:r>
          </a:p>
          <a:p>
            <a:pPr lvl="4"/>
            <a:r>
              <a:rPr lang="de-AT" dirty="0"/>
              <a:t>Fünfte Ebene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0032777-F022-4926-B155-9B65CA68852D}"/>
              </a:ext>
            </a:extLst>
          </p:cNvPr>
          <p:cNvSpPr>
            <a:spLocks noGrp="1"/>
          </p:cNvSpPr>
          <p:nvPr>
            <p:ph type="pic" sz="quarter" idx="12"/>
            <p:custDataLst>
              <p:tags r:id="rId4"/>
            </p:custDataLst>
          </p:nvPr>
        </p:nvSpPr>
        <p:spPr>
          <a:xfrm>
            <a:off x="6419850" y="1549400"/>
            <a:ext cx="5292725" cy="35274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43" name="Textplatzhalter 6">
            <a:extLst>
              <a:ext uri="{FF2B5EF4-FFF2-40B4-BE49-F238E27FC236}">
                <a16:creationId xmlns:a16="http://schemas.microsoft.com/office/drawing/2014/main" id="{3C366575-A0E1-435D-B2F7-A633BB9BA970}"/>
              </a:ext>
            </a:extLst>
          </p:cNvPr>
          <p:cNvSpPr>
            <a:spLocks noGrp="1"/>
          </p:cNvSpPr>
          <p:nvPr>
            <p:ph type="body" sz="quarter" idx="20" hasCustomPrompt="1"/>
            <p:custDataLst>
              <p:tags r:id="rId5"/>
            </p:custDataLst>
          </p:nvPr>
        </p:nvSpPr>
        <p:spPr>
          <a:xfrm>
            <a:off x="6422935" y="5139015"/>
            <a:ext cx="5292000" cy="100013"/>
          </a:xfrm>
        </p:spPr>
        <p:txBody>
          <a:bodyPr anchor="b"/>
          <a:lstStyle>
            <a:lvl1pPr marL="0" indent="0">
              <a:buNone/>
              <a:defRPr sz="800" cap="all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de-AT" dirty="0"/>
              <a:t>© Copyright-Info, Quelle, …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AF7C3B0-C23A-4FDF-A6AF-F0A70F58679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AT"/>
              <a:t>Cython im Pure-Python Mode | 06.11.2025</a:t>
            </a:r>
            <a:endParaRPr lang="de-AT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6F37747-6725-4A2E-9A78-7D0CB46DB20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18F7AD7-DC47-44A0-A9D7-F1C17BFD6F09}" type="slidenum">
              <a:rPr lang="de-AT" smtClean="0"/>
              <a:pPr/>
              <a:t>‹Nr.›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4301386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rafik 41" descr="Logo der Technischen Universität Wien">
            <a:extLst>
              <a:ext uri="{FF2B5EF4-FFF2-40B4-BE49-F238E27FC236}">
                <a16:creationId xmlns:a16="http://schemas.microsoft.com/office/drawing/2014/main" id="{01CD9B7C-68E1-417F-A205-77F00F0A1E1F}"/>
              </a:ext>
            </a:extLst>
          </p:cNvPr>
          <p:cNvPicPr/>
          <p:nvPr userDrawn="1"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8287" y="466725"/>
            <a:ext cx="1939882" cy="734886"/>
          </a:xfrm>
          <a:prstGeom prst="rect">
            <a:avLst/>
          </a:prstGeom>
        </p:spPr>
      </p:pic>
      <p:sp>
        <p:nvSpPr>
          <p:cNvPr id="43" name="Titel 42">
            <a:extLst>
              <a:ext uri="{FF2B5EF4-FFF2-40B4-BE49-F238E27FC236}">
                <a16:creationId xmlns:a16="http://schemas.microsoft.com/office/drawing/2014/main" id="{257E20E4-5915-449A-9EAF-02177CB5A4F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 dirty="0"/>
          </a:p>
        </p:txBody>
      </p:sp>
      <p:sp>
        <p:nvSpPr>
          <p:cNvPr id="7" name="Tabellenplatzhalter 6">
            <a:extLst>
              <a:ext uri="{FF2B5EF4-FFF2-40B4-BE49-F238E27FC236}">
                <a16:creationId xmlns:a16="http://schemas.microsoft.com/office/drawing/2014/main" id="{16875FCD-3D13-4E90-B3E6-1E014D587D9B}"/>
              </a:ext>
            </a:extLst>
          </p:cNvPr>
          <p:cNvSpPr>
            <a:spLocks noGrp="1"/>
          </p:cNvSpPr>
          <p:nvPr>
            <p:ph type="tbl" sz="quarter" idx="11"/>
            <p:custDataLst>
              <p:tags r:id="rId3"/>
            </p:custDataLst>
          </p:nvPr>
        </p:nvSpPr>
        <p:spPr>
          <a:xfrm>
            <a:off x="1307069" y="2628900"/>
            <a:ext cx="10405506" cy="310356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Tabelle durch Klicken auf Symbol hinzufügen</a:t>
            </a:r>
            <a:endParaRPr lang="de-AT" dirty="0"/>
          </a:p>
        </p:txBody>
      </p:sp>
      <p:sp>
        <p:nvSpPr>
          <p:cNvPr id="44" name="Textplatzhalter 6">
            <a:extLst>
              <a:ext uri="{FF2B5EF4-FFF2-40B4-BE49-F238E27FC236}">
                <a16:creationId xmlns:a16="http://schemas.microsoft.com/office/drawing/2014/main" id="{477C37F3-41FF-4F9C-879D-61D49123C46A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4"/>
            </p:custDataLst>
          </p:nvPr>
        </p:nvSpPr>
        <p:spPr>
          <a:xfrm>
            <a:off x="1308099" y="5795962"/>
            <a:ext cx="10404000" cy="100013"/>
          </a:xfrm>
        </p:spPr>
        <p:txBody>
          <a:bodyPr anchor="b"/>
          <a:lstStyle>
            <a:lvl1pPr marL="0" indent="0">
              <a:buNone/>
              <a:defRPr sz="800" cap="all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de-AT" dirty="0"/>
              <a:t>© Copyright-Info, Quelle, …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A144BF2-C4EA-4914-B417-C39C6394482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AT"/>
              <a:t>Cython im Pure-Python Mode | 06.11.2025</a:t>
            </a:r>
            <a:endParaRPr lang="de-AT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2E67494-E528-4F3B-BF5C-BED8288A098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18F7AD7-DC47-44A0-A9D7-F1C17BFD6F09}" type="slidenum">
              <a:rPr lang="de-AT" smtClean="0"/>
              <a:pPr/>
              <a:t>‹Nr.›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9274387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und 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rafik 44" descr="Logo der Technischen Universität Wien">
            <a:extLst>
              <a:ext uri="{FF2B5EF4-FFF2-40B4-BE49-F238E27FC236}">
                <a16:creationId xmlns:a16="http://schemas.microsoft.com/office/drawing/2014/main" id="{A3C39FBE-5949-4D36-BF84-EE4617A28BE0}"/>
              </a:ext>
            </a:extLst>
          </p:cNvPr>
          <p:cNvPicPr/>
          <p:nvPr userDrawn="1"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8287" y="466725"/>
            <a:ext cx="1939882" cy="734886"/>
          </a:xfrm>
          <a:prstGeom prst="rect">
            <a:avLst/>
          </a:prstGeom>
        </p:spPr>
      </p:pic>
      <p:sp>
        <p:nvSpPr>
          <p:cNvPr id="6" name="Titel 5">
            <a:extLst>
              <a:ext uri="{FF2B5EF4-FFF2-40B4-BE49-F238E27FC236}">
                <a16:creationId xmlns:a16="http://schemas.microsoft.com/office/drawing/2014/main" id="{6C00A8C0-0C94-4283-B6B6-E3602A0E62F2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308101" y="1549399"/>
            <a:ext cx="4464050" cy="82867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E736EC6-E18D-421D-815A-07C67D0C5B1D}"/>
              </a:ext>
            </a:extLst>
          </p:cNvPr>
          <p:cNvSpPr>
            <a:spLocks noGrp="1"/>
          </p:cNvSpPr>
          <p:nvPr>
            <p:ph type="body" sz="quarter" idx="11" hasCustomPrompt="1"/>
            <p:custDataLst>
              <p:tags r:id="rId3"/>
            </p:custDataLst>
          </p:nvPr>
        </p:nvSpPr>
        <p:spPr>
          <a:xfrm>
            <a:off x="1308101" y="2628900"/>
            <a:ext cx="4464050" cy="3275012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de-AT" dirty="0"/>
              <a:t>Formatvorlagen des Textmasters bearbeiten</a:t>
            </a:r>
          </a:p>
          <a:p>
            <a:pPr lvl="1"/>
            <a:r>
              <a:rPr lang="de-AT" dirty="0"/>
              <a:t>Zweite Ebene</a:t>
            </a:r>
          </a:p>
          <a:p>
            <a:pPr lvl="2"/>
            <a:r>
              <a:rPr lang="de-AT" dirty="0"/>
              <a:t>Dritte Ebene</a:t>
            </a:r>
          </a:p>
          <a:p>
            <a:pPr lvl="3"/>
            <a:r>
              <a:rPr lang="de-AT" dirty="0"/>
              <a:t>Vierte Ebene</a:t>
            </a:r>
          </a:p>
          <a:p>
            <a:pPr lvl="4"/>
            <a:r>
              <a:rPr lang="de-AT" dirty="0"/>
              <a:t>Fünfte Ebene</a:t>
            </a:r>
          </a:p>
        </p:txBody>
      </p:sp>
      <p:sp>
        <p:nvSpPr>
          <p:cNvPr id="3" name="Diagrammplatzhalter 2">
            <a:extLst>
              <a:ext uri="{FF2B5EF4-FFF2-40B4-BE49-F238E27FC236}">
                <a16:creationId xmlns:a16="http://schemas.microsoft.com/office/drawing/2014/main" id="{32E0DB4B-5F1B-42DD-83CB-F2653DB6A8BB}"/>
              </a:ext>
            </a:extLst>
          </p:cNvPr>
          <p:cNvSpPr>
            <a:spLocks noGrp="1"/>
          </p:cNvSpPr>
          <p:nvPr>
            <p:ph type="chart" sz="quarter" idx="14"/>
            <p:custDataLst>
              <p:tags r:id="rId4"/>
            </p:custDataLst>
          </p:nvPr>
        </p:nvSpPr>
        <p:spPr>
          <a:xfrm>
            <a:off x="6419850" y="1209674"/>
            <a:ext cx="5292725" cy="451485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Diagramm durch Klicken auf Symbol hinzufügen</a:t>
            </a:r>
            <a:endParaRPr lang="de-AT" dirty="0"/>
          </a:p>
        </p:txBody>
      </p:sp>
      <p:sp>
        <p:nvSpPr>
          <p:cNvPr id="43" name="Textplatzhalter 6">
            <a:extLst>
              <a:ext uri="{FF2B5EF4-FFF2-40B4-BE49-F238E27FC236}">
                <a16:creationId xmlns:a16="http://schemas.microsoft.com/office/drawing/2014/main" id="{C2ADED94-8356-4555-85DB-EBCA122F7F78}"/>
              </a:ext>
            </a:extLst>
          </p:cNvPr>
          <p:cNvSpPr>
            <a:spLocks noGrp="1"/>
          </p:cNvSpPr>
          <p:nvPr>
            <p:ph type="body" sz="quarter" idx="20" hasCustomPrompt="1"/>
            <p:custDataLst>
              <p:tags r:id="rId5"/>
            </p:custDataLst>
          </p:nvPr>
        </p:nvSpPr>
        <p:spPr>
          <a:xfrm>
            <a:off x="6422935" y="5795962"/>
            <a:ext cx="5292000" cy="100013"/>
          </a:xfrm>
        </p:spPr>
        <p:txBody>
          <a:bodyPr anchor="b"/>
          <a:lstStyle>
            <a:lvl1pPr marL="0" indent="0">
              <a:buNone/>
              <a:defRPr sz="800" cap="all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de-AT" dirty="0"/>
              <a:t>© Copyright-Info, Quelle, …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3AF8834E-16B1-4EE9-8DF7-FA1E2F51D02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AT"/>
              <a:t>Cython im Pure-Python Mode | 06.11.2025</a:t>
            </a:r>
            <a:endParaRPr lang="de-AT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676AD5D1-50CA-4899-9199-1E0698A4071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18F7AD7-DC47-44A0-A9D7-F1C17BFD6F09}" type="slidenum">
              <a:rPr lang="de-AT" smtClean="0"/>
              <a:pPr/>
              <a:t>‹Nr.›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8199196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o">
    <p:bg bwMode="gray"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 12">
            <a:extLst>
              <a:ext uri="{FF2B5EF4-FFF2-40B4-BE49-F238E27FC236}">
                <a16:creationId xmlns:a16="http://schemas.microsoft.com/office/drawing/2014/main" id="{DE750BCC-5617-4E30-A125-B426A9710263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22961" y="195048"/>
            <a:ext cx="10469880" cy="50789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AT" dirty="0"/>
          </a:p>
        </p:txBody>
      </p:sp>
      <p:sp>
        <p:nvSpPr>
          <p:cNvPr id="8" name="Medienplatzhalter 7">
            <a:extLst>
              <a:ext uri="{FF2B5EF4-FFF2-40B4-BE49-F238E27FC236}">
                <a16:creationId xmlns:a16="http://schemas.microsoft.com/office/drawing/2014/main" id="{9DB15156-AFEA-490A-9AB3-282980DCE6BB}"/>
              </a:ext>
            </a:extLst>
          </p:cNvPr>
          <p:cNvSpPr>
            <a:spLocks noGrp="1"/>
          </p:cNvSpPr>
          <p:nvPr>
            <p:ph type="media" sz="quarter" idx="11"/>
            <p:custDataLst>
              <p:tags r:id="rId2"/>
            </p:custDataLst>
          </p:nvPr>
        </p:nvSpPr>
        <p:spPr>
          <a:xfrm>
            <a:off x="838200" y="860793"/>
            <a:ext cx="10454640" cy="5179859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Mediaclip durch Klicken auf Symbol hinzufügen</a:t>
            </a:r>
            <a:endParaRPr lang="de-AT" dirty="0"/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023AC317-B486-4CC7-B5B5-23C174489D1B}"/>
              </a:ext>
            </a:extLst>
          </p:cNvPr>
          <p:cNvSpPr>
            <a:spLocks noGrp="1"/>
          </p:cNvSpPr>
          <p:nvPr>
            <p:ph type="body" sz="quarter" idx="20" hasCustomPrompt="1"/>
            <p:custDataLst>
              <p:tags r:id="rId3"/>
            </p:custDataLst>
          </p:nvPr>
        </p:nvSpPr>
        <p:spPr>
          <a:xfrm>
            <a:off x="6422935" y="6082240"/>
            <a:ext cx="4869905" cy="100013"/>
          </a:xfrm>
        </p:spPr>
        <p:txBody>
          <a:bodyPr anchor="b"/>
          <a:lstStyle>
            <a:lvl1pPr marL="0" indent="0">
              <a:buNone/>
              <a:defRPr sz="800" cap="all" baseline="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de-AT" dirty="0"/>
              <a:t>© Copyright-Info, Quelle, …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963120CD-C498-4220-A8B4-BE4E0E07633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AT"/>
              <a:t>Cython im Pure-Python Mode | 06.11.2025</a:t>
            </a:r>
            <a:endParaRPr lang="de-AT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6E1F152-AD0F-4B68-9E69-AE6948F47C7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18F7AD7-DC47-44A0-A9D7-F1C17BFD6F09}" type="slidenum">
              <a:rPr lang="de-AT" smtClean="0"/>
              <a:pPr/>
              <a:t>‹Nr.›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7309323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Zitat etc.">
    <p:bg bwMode="gray"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 12">
            <a:extLst>
              <a:ext uri="{FF2B5EF4-FFF2-40B4-BE49-F238E27FC236}">
                <a16:creationId xmlns:a16="http://schemas.microsoft.com/office/drawing/2014/main" id="{DE750BCC-5617-4E30-A125-B426A9710263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308100" y="1209676"/>
            <a:ext cx="9577388" cy="3099778"/>
          </a:xfrm>
        </p:spPr>
        <p:txBody>
          <a:bodyPr anchor="ctr"/>
          <a:lstStyle>
            <a:lvl1pPr algn="ctr">
              <a:defRPr sz="40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AT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B6E97C2-5489-4CD9-873E-EF97AACF8A2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32525" y="4503737"/>
            <a:ext cx="4652963" cy="573088"/>
          </a:xfrm>
        </p:spPr>
        <p:txBody>
          <a:bodyPr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  <a:lvl2pPr algn="r">
              <a:defRPr sz="1600">
                <a:solidFill>
                  <a:schemeClr val="bg1"/>
                </a:solidFill>
              </a:defRPr>
            </a:lvl2pPr>
            <a:lvl3pPr algn="r">
              <a:defRPr sz="1400">
                <a:solidFill>
                  <a:schemeClr val="bg1"/>
                </a:solidFill>
              </a:defRPr>
            </a:lvl3pPr>
            <a:lvl4pPr algn="r">
              <a:defRPr sz="1400">
                <a:solidFill>
                  <a:schemeClr val="bg1"/>
                </a:solidFill>
              </a:defRPr>
            </a:lvl4pPr>
            <a:lvl5pPr algn="r"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963120CD-C498-4220-A8B4-BE4E0E07633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AT"/>
              <a:t>Cython im Pure-Python Mode | 06.11.2025</a:t>
            </a:r>
            <a:endParaRPr lang="de-AT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6E1F152-AD0F-4B68-9E69-AE6948F47C7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18F7AD7-DC47-44A0-A9D7-F1C17BFD6F09}" type="slidenum">
              <a:rPr lang="de-AT" smtClean="0"/>
              <a:pPr/>
              <a:t>‹Nr.›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956218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E88835D5-7CB1-4717-895C-F6ACBDD1151E}"/>
              </a:ext>
            </a:extLst>
          </p:cNvPr>
          <p:cNvSpPr>
            <a:spLocks noGrp="1"/>
          </p:cNvSpPr>
          <p:nvPr>
            <p:ph type="pic" sz="quarter" idx="16"/>
            <p:custDataLst>
              <p:tags r:id="rId1"/>
            </p:custDataLst>
          </p:nvPr>
        </p:nvSpPr>
        <p:spPr>
          <a:xfrm>
            <a:off x="0" y="0"/>
            <a:ext cx="12192000" cy="6063380"/>
          </a:xfrm>
          <a:solidFill>
            <a:schemeClr val="bg1">
              <a:lumMod val="7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DE750BCC-5617-4E30-A125-B426A9710263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22961" y="195048"/>
            <a:ext cx="10469880" cy="50789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AT" dirty="0"/>
          </a:p>
        </p:txBody>
      </p:sp>
      <p:sp>
        <p:nvSpPr>
          <p:cNvPr id="7" name="Textplatzhalter 42">
            <a:extLst>
              <a:ext uri="{FF2B5EF4-FFF2-40B4-BE49-F238E27FC236}">
                <a16:creationId xmlns:a16="http://schemas.microsoft.com/office/drawing/2014/main" id="{B15E41F2-9F0D-4C90-B6D3-88903F9FBD2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247493" y="6050376"/>
            <a:ext cx="4465082" cy="171450"/>
          </a:xfrm>
        </p:spPr>
        <p:txBody>
          <a:bodyPr anchor="b"/>
          <a:lstStyle>
            <a:lvl1pPr algn="r">
              <a:buNone/>
              <a:defRPr sz="800" cap="all" baseline="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 algn="r">
              <a:buNone/>
            </a:pPr>
            <a:r>
              <a:rPr lang="de-AT" dirty="0"/>
              <a:t>© Copyright-Info, Quelle, …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963120CD-C498-4220-A8B4-BE4E0E07633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AT"/>
              <a:t>Cython im Pure-Python Mode | 06.11.2025</a:t>
            </a:r>
            <a:endParaRPr lang="de-AT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6E1F152-AD0F-4B68-9E69-AE6948F47C76}"/>
              </a:ext>
            </a:extLst>
          </p:cNvPr>
          <p:cNvSpPr>
            <a:spLocks noGrp="1"/>
          </p:cNvSpPr>
          <p:nvPr>
            <p:ph type="sldNum" sz="quarter" idx="15"/>
            <p:custDataLst>
              <p:tags r:id="rId4"/>
            </p:custDataLst>
          </p:nvPr>
        </p:nvSpPr>
        <p:spPr/>
        <p:txBody>
          <a:bodyPr/>
          <a:lstStyle/>
          <a:p>
            <a:fld id="{418F7AD7-DC47-44A0-A9D7-F1C17BFD6F09}" type="slidenum">
              <a:rPr lang="de-AT" smtClean="0"/>
              <a:pPr/>
              <a:t>‹Nr.›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2122529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mit Sub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Inhaltsplatzhalter 50">
            <a:extLst>
              <a:ext uri="{FF2B5EF4-FFF2-40B4-BE49-F238E27FC236}">
                <a16:creationId xmlns:a16="http://schemas.microsoft.com/office/drawing/2014/main" id="{FA616A29-9F54-4E04-A2B1-9CBD31AC3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7" hasCustomPrompt="1"/>
            <p:custDataLst>
              <p:tags r:id="rId1"/>
            </p:custDataLst>
          </p:nvPr>
        </p:nvSpPr>
        <p:spPr>
          <a:xfrm>
            <a:off x="464055" y="468437"/>
            <a:ext cx="2424112" cy="738000"/>
          </a:xfr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de-AT" dirty="0"/>
              <a:t>Sublogo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226F95A-C572-4753-9A21-DBF6531D5F3A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308100" y="2276475"/>
            <a:ext cx="9288464" cy="1524000"/>
          </a:xfrm>
        </p:spPr>
        <p:txBody>
          <a:bodyPr lIns="0" tIns="0" rIns="0" bIns="0" anchor="b">
            <a:noAutofit/>
          </a:bodyPr>
          <a:lstStyle>
            <a:lvl1pPr algn="l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de-AT" dirty="0"/>
              <a:t>Titel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3DE19F1-4351-4A07-8662-A968E8A450FD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308100" y="3971926"/>
            <a:ext cx="9288464" cy="1104900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de-AT" dirty="0"/>
              <a:t>Untertitel (Datum, Ort, Name, ...)</a:t>
            </a:r>
          </a:p>
        </p:txBody>
      </p:sp>
      <p:sp>
        <p:nvSpPr>
          <p:cNvPr id="6" name="Textplatzhalter 4">
            <a:extLst>
              <a:ext uri="{FF2B5EF4-FFF2-40B4-BE49-F238E27FC236}">
                <a16:creationId xmlns:a16="http://schemas.microsoft.com/office/drawing/2014/main" id="{11F96F86-EC1A-4E1A-B16C-1B22A6CC3DCF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4"/>
            </p:custDataLst>
          </p:nvPr>
        </p:nvSpPr>
        <p:spPr bwMode="gray">
          <a:xfrm>
            <a:off x="7589520" y="6412992"/>
            <a:ext cx="4123055" cy="233552"/>
          </a:xfrm>
        </p:spPr>
        <p:txBody>
          <a:bodyPr anchor="ctr"/>
          <a:lstStyle>
            <a:lvl1pPr marL="0" indent="0" algn="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AT" dirty="0"/>
              <a:t>www.tuwien.at</a:t>
            </a:r>
          </a:p>
        </p:txBody>
      </p:sp>
    </p:spTree>
    <p:extLst>
      <p:ext uri="{BB962C8B-B14F-4D97-AF65-F5344CB8AC3E}">
        <p14:creationId xmlns:p14="http://schemas.microsoft.com/office/powerpoint/2010/main" val="6039738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mit Bild und Sub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BC768571-8F27-4801-BE51-98B18A003B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1502"/>
          <a:stretch/>
        </p:blipFill>
        <p:spPr>
          <a:xfrm>
            <a:off x="0" y="3312"/>
            <a:ext cx="12192000" cy="6063380"/>
          </a:xfrm>
          <a:prstGeom prst="rect">
            <a:avLst/>
          </a:prstGeom>
        </p:spPr>
      </p:pic>
      <p:sp>
        <p:nvSpPr>
          <p:cNvPr id="10" name="Inhaltsplatzhalter 50">
            <a:extLst>
              <a:ext uri="{FF2B5EF4-FFF2-40B4-BE49-F238E27FC236}">
                <a16:creationId xmlns:a16="http://schemas.microsoft.com/office/drawing/2014/main" id="{36BC36E0-5BB3-4FF7-91BE-F08527FA05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7" hasCustomPrompt="1"/>
            <p:custDataLst>
              <p:tags r:id="rId2"/>
            </p:custDataLst>
          </p:nvPr>
        </p:nvSpPr>
        <p:spPr bwMode="gray">
          <a:xfrm>
            <a:off x="464055" y="468437"/>
            <a:ext cx="2424112" cy="738000"/>
          </a:xfr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de-AT" dirty="0"/>
              <a:t>Sublogo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18F59B5-2786-498C-82D3-0A9C1CD89FA5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461963" y="4301639"/>
            <a:ext cx="10134599" cy="117682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AT" dirty="0"/>
              <a:t>Titel</a:t>
            </a:r>
          </a:p>
        </p:txBody>
      </p:sp>
      <p:sp>
        <p:nvSpPr>
          <p:cNvPr id="5" name="Textplatzhalter 6">
            <a:extLst>
              <a:ext uri="{FF2B5EF4-FFF2-40B4-BE49-F238E27FC236}">
                <a16:creationId xmlns:a16="http://schemas.microsoft.com/office/drawing/2014/main" id="{F336A329-ED2F-4460-87B8-2E6D5936410D}"/>
              </a:ext>
            </a:extLst>
          </p:cNvPr>
          <p:cNvSpPr>
            <a:spLocks noGrp="1"/>
          </p:cNvSpPr>
          <p:nvPr>
            <p:ph type="body" sz="quarter" idx="15" hasCustomPrompt="1"/>
            <p:custDataLst>
              <p:tags r:id="rId4"/>
            </p:custDataLst>
          </p:nvPr>
        </p:nvSpPr>
        <p:spPr>
          <a:xfrm>
            <a:off x="461963" y="5550408"/>
            <a:ext cx="10134600" cy="345566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0" indent="0">
              <a:buNone/>
              <a:defRPr sz="2400">
                <a:solidFill>
                  <a:schemeClr val="bg1"/>
                </a:solidFill>
              </a:defRPr>
            </a:lvl2pPr>
            <a:lvl3pPr marL="269875" indent="0">
              <a:buNone/>
              <a:defRPr sz="2400">
                <a:solidFill>
                  <a:schemeClr val="bg1"/>
                </a:solidFill>
              </a:defRPr>
            </a:lvl3pPr>
            <a:lvl4pPr marL="538162" indent="0">
              <a:buNone/>
              <a:defRPr sz="2400">
                <a:solidFill>
                  <a:schemeClr val="bg1"/>
                </a:solidFill>
              </a:defRPr>
            </a:lvl4pPr>
            <a:lvl5pPr marL="903288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de-AT" dirty="0"/>
              <a:t>Untertitel (Datum, Ort, Name, …)</a:t>
            </a:r>
          </a:p>
        </p:txBody>
      </p:sp>
      <p:sp>
        <p:nvSpPr>
          <p:cNvPr id="6" name="Textplatzhalter 42">
            <a:extLst>
              <a:ext uri="{FF2B5EF4-FFF2-40B4-BE49-F238E27FC236}">
                <a16:creationId xmlns:a16="http://schemas.microsoft.com/office/drawing/2014/main" id="{A5A954F1-45CA-4DB2-A03D-24CC2A505886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5"/>
            </p:custDataLst>
          </p:nvPr>
        </p:nvSpPr>
        <p:spPr>
          <a:xfrm>
            <a:off x="7247493" y="6050376"/>
            <a:ext cx="4465082" cy="171450"/>
          </a:xfrm>
        </p:spPr>
        <p:txBody>
          <a:bodyPr anchor="b"/>
          <a:lstStyle>
            <a:lvl1pPr algn="r">
              <a:buNone/>
              <a:defRPr sz="800" cap="all" baseline="0"/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 algn="r">
              <a:buNone/>
            </a:pPr>
            <a:r>
              <a:rPr lang="de-AT" dirty="0"/>
              <a:t>© Copyright-Info, Quelle, …</a:t>
            </a:r>
          </a:p>
        </p:txBody>
      </p:sp>
      <p:sp>
        <p:nvSpPr>
          <p:cNvPr id="8" name="Textplatzhalter 4">
            <a:extLst>
              <a:ext uri="{FF2B5EF4-FFF2-40B4-BE49-F238E27FC236}">
                <a16:creationId xmlns:a16="http://schemas.microsoft.com/office/drawing/2014/main" id="{C4669611-45BF-4E01-AE99-8C851B6E8EC1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 bwMode="gray">
          <a:xfrm>
            <a:off x="7589520" y="6412992"/>
            <a:ext cx="4123055" cy="233552"/>
          </a:xfrm>
        </p:spPr>
        <p:txBody>
          <a:bodyPr anchor="ctr"/>
          <a:lstStyle>
            <a:lvl1pPr marL="0" indent="0" algn="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AT" dirty="0"/>
              <a:t>www.tuwien.at</a:t>
            </a:r>
          </a:p>
        </p:txBody>
      </p:sp>
    </p:spTree>
    <p:extLst>
      <p:ext uri="{BB962C8B-B14F-4D97-AF65-F5344CB8AC3E}">
        <p14:creationId xmlns:p14="http://schemas.microsoft.com/office/powerpoint/2010/main" val="34004018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Abschnittsüb. mit Sub-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nhaltsplatzhalter 50">
            <a:extLst>
              <a:ext uri="{FF2B5EF4-FFF2-40B4-BE49-F238E27FC236}">
                <a16:creationId xmlns:a16="http://schemas.microsoft.com/office/drawing/2014/main" id="{9543D4FD-C269-424C-BFF1-0CC337668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7" hasCustomPrompt="1"/>
            <p:custDataLst>
              <p:tags r:id="rId1"/>
            </p:custDataLst>
          </p:nvPr>
        </p:nvSpPr>
        <p:spPr>
          <a:xfrm>
            <a:off x="464055" y="468437"/>
            <a:ext cx="2424112" cy="738000"/>
          </a:xfr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de-AT" dirty="0"/>
              <a:t>Sublogo</a:t>
            </a:r>
          </a:p>
        </p:txBody>
      </p:sp>
      <p:sp>
        <p:nvSpPr>
          <p:cNvPr id="45" name="Titel 44">
            <a:extLst>
              <a:ext uri="{FF2B5EF4-FFF2-40B4-BE49-F238E27FC236}">
                <a16:creationId xmlns:a16="http://schemas.microsoft.com/office/drawing/2014/main" id="{3516091C-A315-4CB3-88CE-6B9EB554E55A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307069" y="1549399"/>
            <a:ext cx="9288463" cy="82867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233E7E8-1933-4C21-BF6B-D51AF4E4672E}"/>
              </a:ext>
            </a:extLst>
          </p:cNvPr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1308100" y="2628900"/>
            <a:ext cx="9288463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0A8FA552-E20A-45D6-9466-06CF509E5F5C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AT"/>
              <a:t>Cython im Pure-Python Mode | 06.11.2025</a:t>
            </a:r>
            <a:endParaRPr lang="de-AT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A824437-7701-4594-9DE8-06D5133A3A9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418F7AD7-DC47-44A0-A9D7-F1C17BFD6F09}" type="slidenum">
              <a:rPr lang="de-AT" smtClean="0"/>
              <a:pPr/>
              <a:t>‹Nr.›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3391597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klein - 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7CC3861D-6A0E-4D97-BCA6-9F478718F38A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1963" y="468438"/>
            <a:ext cx="488826" cy="488826"/>
          </a:xfrm>
          <a:prstGeom prst="rect">
            <a:avLst/>
          </a:prstGeom>
        </p:spPr>
      </p:pic>
      <p:sp>
        <p:nvSpPr>
          <p:cNvPr id="4" name="Titel 3">
            <a:extLst>
              <a:ext uri="{FF2B5EF4-FFF2-40B4-BE49-F238E27FC236}">
                <a16:creationId xmlns:a16="http://schemas.microsoft.com/office/drawing/2014/main" id="{26FE97BF-50D8-4DF7-BDB0-2CE0DB6CB7F9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307065" y="468438"/>
            <a:ext cx="9289498" cy="828675"/>
          </a:xfrm>
        </p:spPr>
        <p:txBody>
          <a:bodyPr anchor="t"/>
          <a:lstStyle>
            <a:lvl1pPr>
              <a:lnSpc>
                <a:spcPct val="90000"/>
              </a:lnSpc>
              <a:defRPr sz="2800"/>
            </a:lvl1pPr>
          </a:lstStyle>
          <a:p>
            <a:r>
              <a:rPr lang="de-DE"/>
              <a:t>Mastertitelformat bearbeiten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9AD4FC-B392-43C1-88AF-11A99A7BAEB9}"/>
              </a:ext>
            </a:extLst>
          </p:cNvPr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>
          <a:xfrm>
            <a:off x="1308100" y="1549400"/>
            <a:ext cx="9288463" cy="4175125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de-AT" dirty="0"/>
              <a:t>Formatvorlagen des Textmasters bearbeiten</a:t>
            </a:r>
          </a:p>
          <a:p>
            <a:pPr lvl="1"/>
            <a:r>
              <a:rPr lang="de-AT" dirty="0"/>
              <a:t>Zweite Ebene</a:t>
            </a:r>
          </a:p>
          <a:p>
            <a:pPr lvl="2"/>
            <a:r>
              <a:rPr lang="de-AT" dirty="0"/>
              <a:t>Dritte Ebene</a:t>
            </a:r>
          </a:p>
          <a:p>
            <a:pPr lvl="3"/>
            <a:r>
              <a:rPr lang="de-AT" dirty="0"/>
              <a:t>Vierte Ebene</a:t>
            </a:r>
          </a:p>
          <a:p>
            <a:pPr lvl="4"/>
            <a:r>
              <a:rPr lang="de-AT" dirty="0"/>
              <a:t>Fünfte Ebene</a:t>
            </a:r>
          </a:p>
        </p:txBody>
      </p:sp>
      <p:sp>
        <p:nvSpPr>
          <p:cNvPr id="14" name="Textplatzhalter 6">
            <a:extLst>
              <a:ext uri="{FF2B5EF4-FFF2-40B4-BE49-F238E27FC236}">
                <a16:creationId xmlns:a16="http://schemas.microsoft.com/office/drawing/2014/main" id="{DCF8E267-CD9A-43BB-A12F-82C2525191D3}"/>
              </a:ext>
            </a:extLst>
          </p:cNvPr>
          <p:cNvSpPr>
            <a:spLocks noGrp="1"/>
          </p:cNvSpPr>
          <p:nvPr>
            <p:ph type="body" sz="quarter" idx="16" hasCustomPrompt="1"/>
            <p:custDataLst>
              <p:tags r:id="rId4"/>
            </p:custDataLst>
          </p:nvPr>
        </p:nvSpPr>
        <p:spPr>
          <a:xfrm>
            <a:off x="1308100" y="5795962"/>
            <a:ext cx="9288463" cy="100013"/>
          </a:xfrm>
        </p:spPr>
        <p:txBody>
          <a:bodyPr anchor="b"/>
          <a:lstStyle>
            <a:lvl1pPr marL="0" indent="0">
              <a:buNone/>
              <a:defRPr sz="800" cap="all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de-AT" dirty="0"/>
              <a:t>© Copyright-Info, Quelle, …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A647B48-DCA4-45E1-9B45-2653E61736C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AT"/>
              <a:t>Cython im Pure-Python Mode | 06.11.2025</a:t>
            </a:r>
            <a:endParaRPr lang="de-AT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2E5224C-410D-4B9F-BF59-7C006D98BAB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18F7AD7-DC47-44A0-A9D7-F1C17BFD6F09}" type="slidenum">
              <a:rPr lang="de-AT" smtClean="0"/>
              <a:pPr/>
              <a:t>‹Nr.›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0381326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klein - Fließtext 2-spalt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fik 12">
            <a:extLst>
              <a:ext uri="{FF2B5EF4-FFF2-40B4-BE49-F238E27FC236}">
                <a16:creationId xmlns:a16="http://schemas.microsoft.com/office/drawing/2014/main" id="{31A36E86-3263-4D48-BFCA-E26CD9DAB5A7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1963" y="468438"/>
            <a:ext cx="488826" cy="48882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D1800308-609F-43F8-A26B-1C8A6934DB39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307065" y="468438"/>
            <a:ext cx="9289498" cy="828675"/>
          </a:xfrm>
        </p:spPr>
        <p:txBody>
          <a:bodyPr anchor="t"/>
          <a:lstStyle>
            <a:lvl1pPr>
              <a:defRPr sz="2800"/>
            </a:lvl1pPr>
          </a:lstStyle>
          <a:p>
            <a:r>
              <a:rPr lang="de-DE"/>
              <a:t>Mastertitelformat bearbeiten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9AD4FC-B392-43C1-88AF-11A99A7BAEB9}"/>
              </a:ext>
            </a:extLst>
          </p:cNvPr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>
          <a:xfrm>
            <a:off x="1308100" y="1549400"/>
            <a:ext cx="9288463" cy="4175125"/>
          </a:xfrm>
        </p:spPr>
        <p:txBody>
          <a:bodyPr numCol="2" spcCol="540000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de-AT" dirty="0"/>
              <a:t>Formatvorlagen des Textmasters bearbeiten</a:t>
            </a:r>
          </a:p>
          <a:p>
            <a:pPr lvl="1"/>
            <a:r>
              <a:rPr lang="de-AT" dirty="0"/>
              <a:t>Zweite Ebene</a:t>
            </a:r>
          </a:p>
          <a:p>
            <a:pPr lvl="2"/>
            <a:r>
              <a:rPr lang="de-AT" dirty="0"/>
              <a:t>Dritte Ebene</a:t>
            </a:r>
          </a:p>
          <a:p>
            <a:pPr lvl="3"/>
            <a:r>
              <a:rPr lang="de-AT" dirty="0"/>
              <a:t>Vierte Ebene</a:t>
            </a:r>
          </a:p>
          <a:p>
            <a:pPr lvl="4"/>
            <a:r>
              <a:rPr lang="de-AT" dirty="0"/>
              <a:t>Fünfte Ebene</a:t>
            </a:r>
          </a:p>
        </p:txBody>
      </p:sp>
      <p:sp>
        <p:nvSpPr>
          <p:cNvPr id="14" name="Textplatzhalter 6">
            <a:extLst>
              <a:ext uri="{FF2B5EF4-FFF2-40B4-BE49-F238E27FC236}">
                <a16:creationId xmlns:a16="http://schemas.microsoft.com/office/drawing/2014/main" id="{A40535DB-D4B5-42FC-8954-8DE1710FC3AB}"/>
              </a:ext>
            </a:extLst>
          </p:cNvPr>
          <p:cNvSpPr>
            <a:spLocks noGrp="1"/>
          </p:cNvSpPr>
          <p:nvPr>
            <p:ph type="body" sz="quarter" idx="16" hasCustomPrompt="1"/>
            <p:custDataLst>
              <p:tags r:id="rId4"/>
            </p:custDataLst>
          </p:nvPr>
        </p:nvSpPr>
        <p:spPr>
          <a:xfrm>
            <a:off x="1308100" y="5795962"/>
            <a:ext cx="9288463" cy="100013"/>
          </a:xfrm>
        </p:spPr>
        <p:txBody>
          <a:bodyPr anchor="b"/>
          <a:lstStyle>
            <a:lvl1pPr marL="0" indent="0">
              <a:buNone/>
              <a:defRPr sz="800" cap="all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de-AT" dirty="0"/>
              <a:t>© Copyright-Info, Quelle, …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22D9E9D-7157-4CE0-BAAB-69ABA24A65C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AT"/>
              <a:t>Cython im Pure-Python Mode | 06.11.2025</a:t>
            </a:r>
            <a:endParaRPr lang="de-AT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8198BD7-791A-4FCA-B55B-36A5C4823CC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18F7AD7-DC47-44A0-A9D7-F1C17BFD6F09}" type="slidenum">
              <a:rPr lang="de-AT" smtClean="0"/>
              <a:pPr/>
              <a:t>‹Nr.›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3082148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klein -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fik 14">
            <a:extLst>
              <a:ext uri="{FF2B5EF4-FFF2-40B4-BE49-F238E27FC236}">
                <a16:creationId xmlns:a16="http://schemas.microsoft.com/office/drawing/2014/main" id="{ED6CEAC0-C944-4C35-85FE-DD880493D9E4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1963" y="468438"/>
            <a:ext cx="488826" cy="48882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B637127-39B7-41CD-ADEB-36B572791C6D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308100" y="468438"/>
            <a:ext cx="9577388" cy="828675"/>
          </a:xfrm>
        </p:spPr>
        <p:txBody>
          <a:bodyPr anchor="t"/>
          <a:lstStyle>
            <a:lvl1pPr>
              <a:defRPr sz="2800"/>
            </a:lvl1pPr>
          </a:lstStyle>
          <a:p>
            <a:r>
              <a:rPr lang="de-DE"/>
              <a:t>Mastertitelformat bearbeiten</a:t>
            </a:r>
            <a:endParaRPr lang="de-AT" dirty="0"/>
          </a:p>
        </p:txBody>
      </p:sp>
      <p:sp>
        <p:nvSpPr>
          <p:cNvPr id="8" name="Textplatzhalter 5">
            <a:extLst>
              <a:ext uri="{FF2B5EF4-FFF2-40B4-BE49-F238E27FC236}">
                <a16:creationId xmlns:a16="http://schemas.microsoft.com/office/drawing/2014/main" id="{F29669C5-6473-4DB6-A3D0-5DBCA391D293}"/>
              </a:ext>
            </a:extLst>
          </p:cNvPr>
          <p:cNvSpPr>
            <a:spLocks noGrp="1"/>
          </p:cNvSpPr>
          <p:nvPr>
            <p:ph type="body" sz="quarter" idx="12" hasCustomPrompt="1"/>
            <p:custDataLst>
              <p:tags r:id="rId3"/>
            </p:custDataLst>
          </p:nvPr>
        </p:nvSpPr>
        <p:spPr>
          <a:xfrm>
            <a:off x="1308101" y="1549400"/>
            <a:ext cx="4464050" cy="4175125"/>
          </a:xfrm>
        </p:spPr>
        <p:txBody>
          <a:bodyPr/>
          <a:lstStyle>
            <a:lvl1pPr marL="0" indent="0">
              <a:buClr>
                <a:schemeClr val="accent1"/>
              </a:buClr>
              <a:buNone/>
              <a:defRPr b="1">
                <a:solidFill>
                  <a:schemeClr val="accent1"/>
                </a:solidFill>
              </a:defRPr>
            </a:lvl1pPr>
            <a:lvl2pPr marL="0" indent="0">
              <a:buClr>
                <a:schemeClr val="accent1"/>
              </a:buClr>
              <a:buNone/>
              <a:defRPr b="1"/>
            </a:lvl2pPr>
            <a:lvl3pPr marL="273050" indent="-273050">
              <a:buClr>
                <a:schemeClr val="accent1"/>
              </a:buClr>
              <a:defRPr/>
            </a:lvl3pPr>
            <a:lvl4pPr marL="536575" indent="-268288">
              <a:buClr>
                <a:schemeClr val="accent1"/>
              </a:buClr>
              <a:defRPr/>
            </a:lvl4pPr>
            <a:lvl5pPr marL="809625" indent="-268288">
              <a:buClr>
                <a:schemeClr val="accent1"/>
              </a:buClr>
              <a:defRPr/>
            </a:lvl5pPr>
          </a:lstStyle>
          <a:p>
            <a:pPr lvl="0"/>
            <a:r>
              <a:rPr lang="de-AT" dirty="0"/>
              <a:t>Formatvorlagen des Textmasters bearbeiten</a:t>
            </a:r>
          </a:p>
          <a:p>
            <a:pPr lvl="1"/>
            <a:r>
              <a:rPr lang="de-AT" dirty="0"/>
              <a:t>Zweite Ebene</a:t>
            </a:r>
          </a:p>
          <a:p>
            <a:pPr lvl="2"/>
            <a:r>
              <a:rPr lang="de-AT" dirty="0"/>
              <a:t>Dritte Ebene</a:t>
            </a:r>
          </a:p>
          <a:p>
            <a:pPr lvl="3"/>
            <a:r>
              <a:rPr lang="de-AT" dirty="0"/>
              <a:t>Vierte Ebene</a:t>
            </a:r>
          </a:p>
          <a:p>
            <a:pPr lvl="4"/>
            <a:r>
              <a:rPr lang="de-AT" dirty="0"/>
              <a:t>Fünfte Ebene</a:t>
            </a:r>
          </a:p>
        </p:txBody>
      </p:sp>
      <p:sp>
        <p:nvSpPr>
          <p:cNvPr id="16" name="Textplatzhalter 6">
            <a:extLst>
              <a:ext uri="{FF2B5EF4-FFF2-40B4-BE49-F238E27FC236}">
                <a16:creationId xmlns:a16="http://schemas.microsoft.com/office/drawing/2014/main" id="{CA906227-8E2A-4CC2-9512-40B18BC7BB01}"/>
              </a:ext>
            </a:extLst>
          </p:cNvPr>
          <p:cNvSpPr>
            <a:spLocks noGrp="1"/>
          </p:cNvSpPr>
          <p:nvPr>
            <p:ph type="body" sz="quarter" idx="20" hasCustomPrompt="1"/>
            <p:custDataLst>
              <p:tags r:id="rId4"/>
            </p:custDataLst>
          </p:nvPr>
        </p:nvSpPr>
        <p:spPr>
          <a:xfrm>
            <a:off x="1308099" y="5795962"/>
            <a:ext cx="4464000" cy="100013"/>
          </a:xfrm>
        </p:spPr>
        <p:txBody>
          <a:bodyPr anchor="b"/>
          <a:lstStyle>
            <a:lvl1pPr marL="0" indent="0">
              <a:buNone/>
              <a:defRPr sz="800" cap="all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de-AT" dirty="0"/>
              <a:t>© Copyright-Info, Quelle, …</a:t>
            </a:r>
          </a:p>
        </p:txBody>
      </p:sp>
      <p:sp>
        <p:nvSpPr>
          <p:cNvPr id="10" name="Textplatzhalter 5">
            <a:extLst>
              <a:ext uri="{FF2B5EF4-FFF2-40B4-BE49-F238E27FC236}">
                <a16:creationId xmlns:a16="http://schemas.microsoft.com/office/drawing/2014/main" id="{3467B23B-DD93-4CED-BBFA-9278E3AD6732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5"/>
            </p:custDataLst>
          </p:nvPr>
        </p:nvSpPr>
        <p:spPr>
          <a:xfrm>
            <a:off x="6419849" y="1549400"/>
            <a:ext cx="4464000" cy="4175125"/>
          </a:xfrm>
        </p:spPr>
        <p:txBody>
          <a:bodyPr/>
          <a:lstStyle>
            <a:lvl1pPr marL="0" indent="0">
              <a:buClr>
                <a:schemeClr val="accent1"/>
              </a:buClr>
              <a:buNone/>
              <a:defRPr b="1">
                <a:solidFill>
                  <a:schemeClr val="accent1"/>
                </a:solidFill>
              </a:defRPr>
            </a:lvl1pPr>
            <a:lvl2pPr marL="0" indent="0">
              <a:buClr>
                <a:schemeClr val="accent1"/>
              </a:buClr>
              <a:buNone/>
              <a:defRPr b="1"/>
            </a:lvl2pPr>
            <a:lvl3pPr marL="273050" indent="-273050">
              <a:buClr>
                <a:schemeClr val="accent1"/>
              </a:buClr>
              <a:defRPr/>
            </a:lvl3pPr>
            <a:lvl4pPr marL="536575" indent="-268288">
              <a:buClr>
                <a:schemeClr val="accent1"/>
              </a:buClr>
              <a:defRPr/>
            </a:lvl4pPr>
            <a:lvl5pPr marL="809625" indent="-268288">
              <a:buClr>
                <a:schemeClr val="accent1"/>
              </a:buClr>
              <a:defRPr/>
            </a:lvl5pPr>
          </a:lstStyle>
          <a:p>
            <a:pPr lvl="0"/>
            <a:r>
              <a:rPr lang="de-AT" dirty="0"/>
              <a:t>Formatvorlagen des Textmasters bearbeiten</a:t>
            </a:r>
          </a:p>
          <a:p>
            <a:pPr lvl="1"/>
            <a:r>
              <a:rPr lang="de-AT" dirty="0"/>
              <a:t>Zweite Ebene</a:t>
            </a:r>
          </a:p>
          <a:p>
            <a:pPr lvl="2"/>
            <a:r>
              <a:rPr lang="de-AT" dirty="0"/>
              <a:t>Dritte Ebene</a:t>
            </a:r>
          </a:p>
          <a:p>
            <a:pPr lvl="3"/>
            <a:r>
              <a:rPr lang="de-AT" dirty="0"/>
              <a:t>Vierte Ebene</a:t>
            </a:r>
          </a:p>
          <a:p>
            <a:pPr lvl="4"/>
            <a:r>
              <a:rPr lang="de-AT" dirty="0"/>
              <a:t>Fünfte Ebene</a:t>
            </a:r>
          </a:p>
        </p:txBody>
      </p:sp>
      <p:sp>
        <p:nvSpPr>
          <p:cNvPr id="17" name="Textplatzhalter 6">
            <a:extLst>
              <a:ext uri="{FF2B5EF4-FFF2-40B4-BE49-F238E27FC236}">
                <a16:creationId xmlns:a16="http://schemas.microsoft.com/office/drawing/2014/main" id="{183A7FE6-F5FB-4D55-918B-53D8A0E35A7D}"/>
              </a:ext>
            </a:extLst>
          </p:cNvPr>
          <p:cNvSpPr>
            <a:spLocks noGrp="1"/>
          </p:cNvSpPr>
          <p:nvPr>
            <p:ph type="body" sz="quarter" idx="21" hasCustomPrompt="1"/>
            <p:custDataLst>
              <p:tags r:id="rId6"/>
            </p:custDataLst>
          </p:nvPr>
        </p:nvSpPr>
        <p:spPr>
          <a:xfrm>
            <a:off x="6422935" y="5795962"/>
            <a:ext cx="4464000" cy="100013"/>
          </a:xfrm>
        </p:spPr>
        <p:txBody>
          <a:bodyPr anchor="b"/>
          <a:lstStyle>
            <a:lvl1pPr marL="0" indent="0">
              <a:buNone/>
              <a:defRPr sz="800" cap="all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de-AT" dirty="0"/>
              <a:t>© Copyright-Info, Quelle, …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FCC6A98-6ABC-499D-9FF6-E10D60E3C10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AT"/>
              <a:t>Cython im Pure-Python Mode | 06.11.2025</a:t>
            </a:r>
            <a:endParaRPr lang="de-AT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05B48A5-FBFD-449D-B880-FBE3EBB24ED5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418F7AD7-DC47-44A0-A9D7-F1C17BFD6F09}" type="slidenum">
              <a:rPr lang="de-AT" smtClean="0"/>
              <a:pPr/>
              <a:t>‹Nr.›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00770478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klein - 2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fik 13">
            <a:extLst>
              <a:ext uri="{FF2B5EF4-FFF2-40B4-BE49-F238E27FC236}">
                <a16:creationId xmlns:a16="http://schemas.microsoft.com/office/drawing/2014/main" id="{45653598-50F2-40CF-AC84-D7A01191F273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1963" y="468438"/>
            <a:ext cx="488826" cy="48882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B637127-39B7-41CD-ADEB-36B572791C6D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308100" y="468438"/>
            <a:ext cx="9577388" cy="828675"/>
          </a:xfrm>
        </p:spPr>
        <p:txBody>
          <a:bodyPr anchor="t"/>
          <a:lstStyle>
            <a:lvl1pPr>
              <a:defRPr sz="2800"/>
            </a:lvl1pPr>
          </a:lstStyle>
          <a:p>
            <a:r>
              <a:rPr lang="de-DE"/>
              <a:t>Mastertitelformat bearbeiten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7B43B39-7264-48E0-94D9-E36AC50DAA03}"/>
              </a:ext>
            </a:extLst>
          </p:cNvPr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1308100" y="1549400"/>
            <a:ext cx="4464051" cy="4175125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de-AT" dirty="0"/>
              <a:t>Formatvorlagen des Textmasters bearbeiten</a:t>
            </a:r>
          </a:p>
          <a:p>
            <a:pPr lvl="1"/>
            <a:r>
              <a:rPr lang="de-AT" dirty="0"/>
              <a:t>Zweite Ebene</a:t>
            </a:r>
          </a:p>
          <a:p>
            <a:pPr lvl="2"/>
            <a:r>
              <a:rPr lang="de-AT" dirty="0"/>
              <a:t>Dritte Ebene</a:t>
            </a:r>
          </a:p>
          <a:p>
            <a:pPr lvl="3"/>
            <a:r>
              <a:rPr lang="de-AT" dirty="0"/>
              <a:t>Vierte Ebene</a:t>
            </a:r>
          </a:p>
          <a:p>
            <a:pPr lvl="4"/>
            <a:r>
              <a:rPr lang="de-AT" dirty="0"/>
              <a:t>Fünfte Ebene</a:t>
            </a:r>
          </a:p>
        </p:txBody>
      </p:sp>
      <p:sp>
        <p:nvSpPr>
          <p:cNvPr id="16" name="Textplatzhalter 6">
            <a:extLst>
              <a:ext uri="{FF2B5EF4-FFF2-40B4-BE49-F238E27FC236}">
                <a16:creationId xmlns:a16="http://schemas.microsoft.com/office/drawing/2014/main" id="{03719867-2AF1-4E31-B21C-CB92983E16A5}"/>
              </a:ext>
            </a:extLst>
          </p:cNvPr>
          <p:cNvSpPr>
            <a:spLocks noGrp="1"/>
          </p:cNvSpPr>
          <p:nvPr>
            <p:ph type="body" sz="quarter" idx="20" hasCustomPrompt="1"/>
            <p:custDataLst>
              <p:tags r:id="rId4"/>
            </p:custDataLst>
          </p:nvPr>
        </p:nvSpPr>
        <p:spPr>
          <a:xfrm>
            <a:off x="1308099" y="5795962"/>
            <a:ext cx="4464000" cy="100013"/>
          </a:xfrm>
        </p:spPr>
        <p:txBody>
          <a:bodyPr anchor="b"/>
          <a:lstStyle>
            <a:lvl1pPr marL="0" indent="0">
              <a:buNone/>
              <a:defRPr sz="800" cap="all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de-AT" dirty="0"/>
              <a:t>© Copyright-Info, Quelle, …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E90AAD2-686D-442B-A7A1-591C8F14300E}"/>
              </a:ext>
            </a:extLst>
          </p:cNvPr>
          <p:cNvSpPr>
            <a:spLocks noGrp="1"/>
          </p:cNvSpPr>
          <p:nvPr>
            <p:ph sz="half" idx="2" hasCustomPrompt="1"/>
            <p:custDataLst>
              <p:tags r:id="rId5"/>
            </p:custDataLst>
          </p:nvPr>
        </p:nvSpPr>
        <p:spPr>
          <a:xfrm>
            <a:off x="6419850" y="1549400"/>
            <a:ext cx="4465638" cy="4175125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de-AT" dirty="0"/>
              <a:t>Formatvorlagen des Textmasters bearbeiten</a:t>
            </a:r>
          </a:p>
          <a:p>
            <a:pPr lvl="1"/>
            <a:r>
              <a:rPr lang="de-AT" dirty="0"/>
              <a:t>Zweite Ebene</a:t>
            </a:r>
          </a:p>
          <a:p>
            <a:pPr lvl="2"/>
            <a:r>
              <a:rPr lang="de-AT" dirty="0"/>
              <a:t>Dritte Ebene</a:t>
            </a:r>
          </a:p>
          <a:p>
            <a:pPr lvl="3"/>
            <a:r>
              <a:rPr lang="de-AT" dirty="0"/>
              <a:t>Vierte Ebene</a:t>
            </a:r>
          </a:p>
          <a:p>
            <a:pPr lvl="4"/>
            <a:r>
              <a:rPr lang="de-AT" dirty="0"/>
              <a:t>Fünfte Ebene</a:t>
            </a:r>
          </a:p>
        </p:txBody>
      </p:sp>
      <p:sp>
        <p:nvSpPr>
          <p:cNvPr id="17" name="Textplatzhalter 6">
            <a:extLst>
              <a:ext uri="{FF2B5EF4-FFF2-40B4-BE49-F238E27FC236}">
                <a16:creationId xmlns:a16="http://schemas.microsoft.com/office/drawing/2014/main" id="{209EDC04-5C25-482D-BDF6-9F99E0B14BD3}"/>
              </a:ext>
            </a:extLst>
          </p:cNvPr>
          <p:cNvSpPr>
            <a:spLocks noGrp="1"/>
          </p:cNvSpPr>
          <p:nvPr>
            <p:ph type="body" sz="quarter" idx="21" hasCustomPrompt="1"/>
            <p:custDataLst>
              <p:tags r:id="rId6"/>
            </p:custDataLst>
          </p:nvPr>
        </p:nvSpPr>
        <p:spPr>
          <a:xfrm>
            <a:off x="6422935" y="5795962"/>
            <a:ext cx="4464000" cy="100013"/>
          </a:xfrm>
        </p:spPr>
        <p:txBody>
          <a:bodyPr anchor="b"/>
          <a:lstStyle>
            <a:lvl1pPr marL="0" indent="0">
              <a:buNone/>
              <a:defRPr sz="800" cap="all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de-AT" dirty="0"/>
              <a:t>© Copyright-Info, Quelle, …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5A49CA1-FA2C-4221-B4C1-B59C1E0F7B4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AT"/>
              <a:t>Cython im Pure-Python Mode | 06.11.2025</a:t>
            </a:r>
            <a:endParaRPr lang="de-AT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44A1E6C-0A49-4AE4-B97A-06341D14321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18F7AD7-DC47-44A0-A9D7-F1C17BFD6F09}" type="slidenum">
              <a:rPr lang="de-AT" smtClean="0"/>
              <a:pPr/>
              <a:t>‹Nr.›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03125250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klein - 2 Inhalte mit 2 Überschrif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fik 14">
            <a:extLst>
              <a:ext uri="{FF2B5EF4-FFF2-40B4-BE49-F238E27FC236}">
                <a16:creationId xmlns:a16="http://schemas.microsoft.com/office/drawing/2014/main" id="{0F39A128-B7D5-4E74-A458-2046F7EE6F83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1963" y="468438"/>
            <a:ext cx="488826" cy="48882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462B4ADB-90A0-4C80-9CEF-4EA65EC7BC08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308100" y="468438"/>
            <a:ext cx="4458966" cy="828675"/>
          </a:xfrm>
        </p:spPr>
        <p:txBody>
          <a:bodyPr anchor="t"/>
          <a:lstStyle>
            <a:lvl1pPr>
              <a:defRPr sz="2800">
                <a:latin typeface="+mj-lt"/>
              </a:defRPr>
            </a:lvl1pPr>
          </a:lstStyle>
          <a:p>
            <a:r>
              <a:rPr lang="de-DE"/>
              <a:t>Mastertitelformat bearbeiten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7B43B39-7264-48E0-94D9-E36AC50DAA03}"/>
              </a:ext>
            </a:extLst>
          </p:cNvPr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1308100" y="1549400"/>
            <a:ext cx="4464051" cy="4175125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de-AT" dirty="0"/>
              <a:t>Formatvorlagen des Textmasters bearbeiten</a:t>
            </a:r>
          </a:p>
          <a:p>
            <a:pPr lvl="1"/>
            <a:r>
              <a:rPr lang="de-AT" dirty="0"/>
              <a:t>Zweite Ebene</a:t>
            </a:r>
          </a:p>
          <a:p>
            <a:pPr lvl="2"/>
            <a:r>
              <a:rPr lang="de-AT" dirty="0"/>
              <a:t>Dritte Ebene</a:t>
            </a:r>
          </a:p>
          <a:p>
            <a:pPr lvl="3"/>
            <a:r>
              <a:rPr lang="de-AT" dirty="0"/>
              <a:t>Vierte Ebene</a:t>
            </a:r>
          </a:p>
          <a:p>
            <a:pPr lvl="4"/>
            <a:r>
              <a:rPr lang="de-AT" dirty="0"/>
              <a:t>Fünfte Ebene</a:t>
            </a:r>
          </a:p>
        </p:txBody>
      </p:sp>
      <p:sp>
        <p:nvSpPr>
          <p:cNvPr id="17" name="Textplatzhalter 6">
            <a:extLst>
              <a:ext uri="{FF2B5EF4-FFF2-40B4-BE49-F238E27FC236}">
                <a16:creationId xmlns:a16="http://schemas.microsoft.com/office/drawing/2014/main" id="{A3FB2859-A54E-4049-8E23-3E9B56B21315}"/>
              </a:ext>
            </a:extLst>
          </p:cNvPr>
          <p:cNvSpPr>
            <a:spLocks noGrp="1"/>
          </p:cNvSpPr>
          <p:nvPr>
            <p:ph type="body" sz="quarter" idx="20" hasCustomPrompt="1"/>
            <p:custDataLst>
              <p:tags r:id="rId4"/>
            </p:custDataLst>
          </p:nvPr>
        </p:nvSpPr>
        <p:spPr>
          <a:xfrm>
            <a:off x="1308099" y="5795962"/>
            <a:ext cx="4464000" cy="100013"/>
          </a:xfrm>
        </p:spPr>
        <p:txBody>
          <a:bodyPr anchor="b"/>
          <a:lstStyle>
            <a:lvl1pPr marL="0" indent="0">
              <a:buNone/>
              <a:defRPr sz="800" cap="all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de-AT" dirty="0"/>
              <a:t>© Copyright-Info, Quelle, …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90A6531-1A5C-4E36-808F-D401F287FCB8}"/>
              </a:ext>
            </a:extLst>
          </p:cNvPr>
          <p:cNvSpPr>
            <a:spLocks noGrp="1"/>
          </p:cNvSpPr>
          <p:nvPr>
            <p:ph type="body" sz="quarter" idx="11" hasCustomPrompt="1"/>
            <p:custDataLst>
              <p:tags r:id="rId5"/>
            </p:custDataLst>
          </p:nvPr>
        </p:nvSpPr>
        <p:spPr>
          <a:xfrm>
            <a:off x="6419848" y="468438"/>
            <a:ext cx="4465639" cy="828674"/>
          </a:xfrm>
        </p:spPr>
        <p:txBody>
          <a:bodyPr anchor="t"/>
          <a:lstStyle>
            <a:lvl1pPr marL="0" indent="0">
              <a:buNone/>
              <a:defRPr sz="2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de-AT"/>
              <a:t>Titel kurz</a:t>
            </a:r>
            <a:endParaRPr lang="de-AT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E90AAD2-686D-442B-A7A1-591C8F14300E}"/>
              </a:ext>
            </a:extLst>
          </p:cNvPr>
          <p:cNvSpPr>
            <a:spLocks noGrp="1"/>
          </p:cNvSpPr>
          <p:nvPr>
            <p:ph sz="half" idx="2" hasCustomPrompt="1"/>
            <p:custDataLst>
              <p:tags r:id="rId6"/>
            </p:custDataLst>
          </p:nvPr>
        </p:nvSpPr>
        <p:spPr>
          <a:xfrm>
            <a:off x="6419848" y="1549400"/>
            <a:ext cx="4465639" cy="4175125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de-AT" dirty="0"/>
              <a:t>Formatvorlagen des Textmasters bearbeiten</a:t>
            </a:r>
          </a:p>
          <a:p>
            <a:pPr lvl="1"/>
            <a:r>
              <a:rPr lang="de-AT" dirty="0"/>
              <a:t>Zweite Ebene</a:t>
            </a:r>
          </a:p>
          <a:p>
            <a:pPr lvl="2"/>
            <a:r>
              <a:rPr lang="de-AT" dirty="0"/>
              <a:t>Dritte Ebene</a:t>
            </a:r>
          </a:p>
          <a:p>
            <a:pPr lvl="3"/>
            <a:r>
              <a:rPr lang="de-AT" dirty="0"/>
              <a:t>Vierte Ebene</a:t>
            </a:r>
          </a:p>
          <a:p>
            <a:pPr lvl="4"/>
            <a:r>
              <a:rPr lang="de-AT" dirty="0"/>
              <a:t>Fünfte Ebene</a:t>
            </a:r>
          </a:p>
        </p:txBody>
      </p:sp>
      <p:sp>
        <p:nvSpPr>
          <p:cNvPr id="18" name="Textplatzhalter 6">
            <a:extLst>
              <a:ext uri="{FF2B5EF4-FFF2-40B4-BE49-F238E27FC236}">
                <a16:creationId xmlns:a16="http://schemas.microsoft.com/office/drawing/2014/main" id="{29987B4A-92C0-46CA-8956-DD82D63D8213}"/>
              </a:ext>
            </a:extLst>
          </p:cNvPr>
          <p:cNvSpPr>
            <a:spLocks noGrp="1"/>
          </p:cNvSpPr>
          <p:nvPr>
            <p:ph type="body" sz="quarter" idx="21" hasCustomPrompt="1"/>
            <p:custDataLst>
              <p:tags r:id="rId7"/>
            </p:custDataLst>
          </p:nvPr>
        </p:nvSpPr>
        <p:spPr>
          <a:xfrm>
            <a:off x="6422935" y="5795962"/>
            <a:ext cx="4464000" cy="100013"/>
          </a:xfrm>
        </p:spPr>
        <p:txBody>
          <a:bodyPr anchor="b"/>
          <a:lstStyle>
            <a:lvl1pPr marL="0" indent="0">
              <a:buNone/>
              <a:defRPr sz="800" cap="all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de-AT" dirty="0"/>
              <a:t>© Copyright-Info, Quelle, …</a:t>
            </a: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08DF6979-56D6-4B18-BAB7-85919073079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AT"/>
              <a:t>Cython im Pure-Python Mode | 06.11.2025</a:t>
            </a:r>
            <a:endParaRPr lang="de-AT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6CF1862D-E8F4-4C35-877A-4230D6BD966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18F7AD7-DC47-44A0-A9D7-F1C17BFD6F09}" type="slidenum">
              <a:rPr lang="de-AT" smtClean="0"/>
              <a:pPr/>
              <a:t>‹Nr.›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410827641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klein - 2 Inhalte mit Titel und Zwischen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fik 14">
            <a:extLst>
              <a:ext uri="{FF2B5EF4-FFF2-40B4-BE49-F238E27FC236}">
                <a16:creationId xmlns:a16="http://schemas.microsoft.com/office/drawing/2014/main" id="{BCD57A74-8557-43E6-AA11-A9EA05D72C38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1963" y="468438"/>
            <a:ext cx="488826" cy="48882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462B4ADB-90A0-4C80-9CEF-4EA65EC7BC08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308100" y="468438"/>
            <a:ext cx="9577388" cy="828675"/>
          </a:xfrm>
        </p:spPr>
        <p:txBody>
          <a:bodyPr anchor="t"/>
          <a:lstStyle>
            <a:lvl1pPr>
              <a:defRPr sz="2800">
                <a:latin typeface="+mj-lt"/>
              </a:defRPr>
            </a:lvl1pPr>
          </a:lstStyle>
          <a:p>
            <a:r>
              <a:rPr lang="de-DE"/>
              <a:t>Mastertitelformat bearbeiten</a:t>
            </a:r>
            <a:endParaRPr lang="de-AT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0C7294D-AB76-4F34-AE16-B8A53315B53B}"/>
              </a:ext>
            </a:extLst>
          </p:cNvPr>
          <p:cNvSpPr>
            <a:spLocks noGrp="1"/>
          </p:cNvSpPr>
          <p:nvPr>
            <p:ph type="body" sz="quarter" idx="22"/>
            <p:custDataLst>
              <p:tags r:id="rId3"/>
            </p:custDataLst>
          </p:nvPr>
        </p:nvSpPr>
        <p:spPr>
          <a:xfrm>
            <a:off x="1306513" y="1547243"/>
            <a:ext cx="9578975" cy="338138"/>
          </a:xfrm>
        </p:spPr>
        <p:txBody>
          <a:bodyPr vert="horz" lIns="0" tIns="0" rIns="0" bIns="0" rtlCol="0">
            <a:noAutofit/>
          </a:bodyPr>
          <a:lstStyle>
            <a:lvl1pPr>
              <a:defRPr lang="de-DE" b="1" smtClean="0">
                <a:solidFill>
                  <a:schemeClr val="accent1"/>
                </a:solidFill>
              </a:defRPr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de-AT"/>
            </a:lvl5pPr>
          </a:lstStyle>
          <a:p>
            <a:pPr marL="0" lvl="0" indent="0"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EF57B5E7-3EEC-4208-A7DF-F23A38D8C492}"/>
              </a:ext>
            </a:extLst>
          </p:cNvPr>
          <p:cNvSpPr>
            <a:spLocks noGrp="1"/>
          </p:cNvSpPr>
          <p:nvPr>
            <p:ph sz="half" idx="18" hasCustomPrompt="1"/>
            <p:custDataLst>
              <p:tags r:id="rId4"/>
            </p:custDataLst>
          </p:nvPr>
        </p:nvSpPr>
        <p:spPr>
          <a:xfrm>
            <a:off x="1308100" y="1956817"/>
            <a:ext cx="4464051" cy="3767708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de-AT" dirty="0"/>
              <a:t>Formatvorlagen des Textmasters bearbeiten</a:t>
            </a:r>
          </a:p>
          <a:p>
            <a:pPr lvl="1"/>
            <a:r>
              <a:rPr lang="de-AT" dirty="0"/>
              <a:t>Zweite Ebene</a:t>
            </a:r>
          </a:p>
          <a:p>
            <a:pPr lvl="2"/>
            <a:r>
              <a:rPr lang="de-AT" dirty="0"/>
              <a:t>Dritte Ebene</a:t>
            </a:r>
          </a:p>
          <a:p>
            <a:pPr lvl="3"/>
            <a:r>
              <a:rPr lang="de-AT" dirty="0"/>
              <a:t>Vierte Ebene</a:t>
            </a:r>
          </a:p>
          <a:p>
            <a:pPr lvl="4"/>
            <a:r>
              <a:rPr lang="de-AT" dirty="0"/>
              <a:t>Fünfte Ebene</a:t>
            </a:r>
          </a:p>
        </p:txBody>
      </p:sp>
      <p:sp>
        <p:nvSpPr>
          <p:cNvPr id="20" name="Textplatzhalter 6">
            <a:extLst>
              <a:ext uri="{FF2B5EF4-FFF2-40B4-BE49-F238E27FC236}">
                <a16:creationId xmlns:a16="http://schemas.microsoft.com/office/drawing/2014/main" id="{A54B1CBB-2721-4614-885C-583E3BDC6D59}"/>
              </a:ext>
            </a:extLst>
          </p:cNvPr>
          <p:cNvSpPr>
            <a:spLocks noGrp="1"/>
          </p:cNvSpPr>
          <p:nvPr>
            <p:ph type="body" sz="quarter" idx="20" hasCustomPrompt="1"/>
            <p:custDataLst>
              <p:tags r:id="rId5"/>
            </p:custDataLst>
          </p:nvPr>
        </p:nvSpPr>
        <p:spPr>
          <a:xfrm>
            <a:off x="1308099" y="5795962"/>
            <a:ext cx="4464000" cy="100013"/>
          </a:xfrm>
        </p:spPr>
        <p:txBody>
          <a:bodyPr anchor="b"/>
          <a:lstStyle>
            <a:lvl1pPr marL="0" indent="0">
              <a:buNone/>
              <a:defRPr sz="800" cap="all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de-AT" dirty="0"/>
              <a:t>© Copyright-Info, Quelle, …</a:t>
            </a:r>
          </a:p>
        </p:txBody>
      </p:sp>
      <p:sp>
        <p:nvSpPr>
          <p:cNvPr id="19" name="Inhaltsplatzhalter 3">
            <a:extLst>
              <a:ext uri="{FF2B5EF4-FFF2-40B4-BE49-F238E27FC236}">
                <a16:creationId xmlns:a16="http://schemas.microsoft.com/office/drawing/2014/main" id="{C28CA6E3-ADBB-46D6-A1FC-9C929E9483AA}"/>
              </a:ext>
            </a:extLst>
          </p:cNvPr>
          <p:cNvSpPr>
            <a:spLocks noGrp="1"/>
          </p:cNvSpPr>
          <p:nvPr>
            <p:ph sz="half" idx="19" hasCustomPrompt="1"/>
            <p:custDataLst>
              <p:tags r:id="rId6"/>
            </p:custDataLst>
          </p:nvPr>
        </p:nvSpPr>
        <p:spPr>
          <a:xfrm>
            <a:off x="6419848" y="1956817"/>
            <a:ext cx="4465639" cy="3767708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de-AT" dirty="0"/>
              <a:t>Formatvorlagen des Textmasters bearbeiten</a:t>
            </a:r>
          </a:p>
          <a:p>
            <a:pPr lvl="1"/>
            <a:r>
              <a:rPr lang="de-AT" dirty="0"/>
              <a:t>Zweite Ebene</a:t>
            </a:r>
          </a:p>
          <a:p>
            <a:pPr lvl="2"/>
            <a:r>
              <a:rPr lang="de-AT" dirty="0"/>
              <a:t>Dritte Ebene</a:t>
            </a:r>
          </a:p>
          <a:p>
            <a:pPr lvl="3"/>
            <a:r>
              <a:rPr lang="de-AT" dirty="0"/>
              <a:t>Vierte Ebene</a:t>
            </a:r>
          </a:p>
          <a:p>
            <a:pPr lvl="4"/>
            <a:r>
              <a:rPr lang="de-AT" dirty="0"/>
              <a:t>Fünfte Ebene</a:t>
            </a:r>
          </a:p>
        </p:txBody>
      </p:sp>
      <p:sp>
        <p:nvSpPr>
          <p:cNvPr id="21" name="Textplatzhalter 6">
            <a:extLst>
              <a:ext uri="{FF2B5EF4-FFF2-40B4-BE49-F238E27FC236}">
                <a16:creationId xmlns:a16="http://schemas.microsoft.com/office/drawing/2014/main" id="{5F649EA5-E092-4F48-89BC-59787C8A4B08}"/>
              </a:ext>
            </a:extLst>
          </p:cNvPr>
          <p:cNvSpPr>
            <a:spLocks noGrp="1"/>
          </p:cNvSpPr>
          <p:nvPr>
            <p:ph type="body" sz="quarter" idx="21" hasCustomPrompt="1"/>
            <p:custDataLst>
              <p:tags r:id="rId7"/>
            </p:custDataLst>
          </p:nvPr>
        </p:nvSpPr>
        <p:spPr>
          <a:xfrm>
            <a:off x="6422935" y="5795962"/>
            <a:ext cx="4464000" cy="100013"/>
          </a:xfrm>
        </p:spPr>
        <p:txBody>
          <a:bodyPr anchor="b"/>
          <a:lstStyle>
            <a:lvl1pPr marL="0" indent="0">
              <a:buNone/>
              <a:defRPr sz="800" cap="all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de-AT" dirty="0"/>
              <a:t>© Copyright-Info, Quelle, …</a:t>
            </a: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08DF6979-56D6-4B18-BAB7-85919073079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AT"/>
              <a:t>Cython im Pure-Python Mode | 06.11.2025</a:t>
            </a:r>
            <a:endParaRPr lang="de-AT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6CF1862D-E8F4-4C35-877A-4230D6BD966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18F7AD7-DC47-44A0-A9D7-F1C17BFD6F09}" type="slidenum">
              <a:rPr lang="de-AT" smtClean="0"/>
              <a:pPr/>
              <a:t>‹Nr.›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91498372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klein - 3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fik 16">
            <a:extLst>
              <a:ext uri="{FF2B5EF4-FFF2-40B4-BE49-F238E27FC236}">
                <a16:creationId xmlns:a16="http://schemas.microsoft.com/office/drawing/2014/main" id="{1A0C5AC3-D69A-452C-8ADE-D933E076B90D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1963" y="468438"/>
            <a:ext cx="488826" cy="48882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B637127-39B7-41CD-ADEB-36B572791C6D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308100" y="468438"/>
            <a:ext cx="9577388" cy="828675"/>
          </a:xfrm>
        </p:spPr>
        <p:txBody>
          <a:bodyPr anchor="t"/>
          <a:lstStyle>
            <a:lvl1pPr>
              <a:defRPr sz="2800"/>
            </a:lvl1pPr>
          </a:lstStyle>
          <a:p>
            <a:r>
              <a:rPr lang="de-DE"/>
              <a:t>Mastertitelformat bearbeiten</a:t>
            </a:r>
            <a:endParaRPr lang="de-AT" dirty="0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E5B81E50-C817-4FBC-803F-285AF00E8A2C}"/>
              </a:ext>
            </a:extLst>
          </p:cNvPr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1307364" y="1549400"/>
            <a:ext cx="2880000" cy="4175125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de-AT" dirty="0"/>
              <a:t>Formatvorlagen des Textmasters bearbeiten</a:t>
            </a:r>
          </a:p>
          <a:p>
            <a:pPr lvl="1"/>
            <a:r>
              <a:rPr lang="de-AT" dirty="0"/>
              <a:t>Zweite Ebene</a:t>
            </a:r>
          </a:p>
          <a:p>
            <a:pPr lvl="2"/>
            <a:r>
              <a:rPr lang="de-AT" dirty="0"/>
              <a:t>Dritte Ebene</a:t>
            </a:r>
          </a:p>
          <a:p>
            <a:pPr lvl="3"/>
            <a:r>
              <a:rPr lang="de-AT" dirty="0"/>
              <a:t>Vierte Ebene</a:t>
            </a:r>
          </a:p>
          <a:p>
            <a:pPr lvl="4"/>
            <a:r>
              <a:rPr lang="de-AT" dirty="0"/>
              <a:t>Fünfte Ebene</a:t>
            </a:r>
          </a:p>
        </p:txBody>
      </p:sp>
      <p:sp>
        <p:nvSpPr>
          <p:cNvPr id="14" name="Textplatzhalter 6">
            <a:extLst>
              <a:ext uri="{FF2B5EF4-FFF2-40B4-BE49-F238E27FC236}">
                <a16:creationId xmlns:a16="http://schemas.microsoft.com/office/drawing/2014/main" id="{76DACEAC-FE72-4485-BA61-32B70B55C30B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4"/>
            </p:custDataLst>
          </p:nvPr>
        </p:nvSpPr>
        <p:spPr>
          <a:xfrm>
            <a:off x="1308099" y="5795962"/>
            <a:ext cx="2880000" cy="100013"/>
          </a:xfrm>
        </p:spPr>
        <p:txBody>
          <a:bodyPr anchor="b"/>
          <a:lstStyle>
            <a:lvl1pPr marL="0" indent="0">
              <a:buNone/>
              <a:defRPr sz="800" cap="all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de-AT" dirty="0"/>
              <a:t>© Copyright-Info, Quelle, …</a:t>
            </a:r>
          </a:p>
        </p:txBody>
      </p:sp>
      <p:sp>
        <p:nvSpPr>
          <p:cNvPr id="18" name="Inhaltsplatzhalter 3">
            <a:extLst>
              <a:ext uri="{FF2B5EF4-FFF2-40B4-BE49-F238E27FC236}">
                <a16:creationId xmlns:a16="http://schemas.microsoft.com/office/drawing/2014/main" id="{4269F25B-1382-4303-B158-37D6475FFA54}"/>
              </a:ext>
            </a:extLst>
          </p:cNvPr>
          <p:cNvSpPr>
            <a:spLocks noGrp="1"/>
          </p:cNvSpPr>
          <p:nvPr>
            <p:ph sz="half" idx="2" hasCustomPrompt="1"/>
            <p:custDataLst>
              <p:tags r:id="rId5"/>
            </p:custDataLst>
          </p:nvPr>
        </p:nvSpPr>
        <p:spPr>
          <a:xfrm>
            <a:off x="4656024" y="1549400"/>
            <a:ext cx="2880000" cy="4175125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de-AT" dirty="0"/>
              <a:t>Formatvorlagen des Textmasters bearbeiten</a:t>
            </a:r>
          </a:p>
          <a:p>
            <a:pPr lvl="1"/>
            <a:r>
              <a:rPr lang="de-AT" dirty="0"/>
              <a:t>Zweite Ebene</a:t>
            </a:r>
          </a:p>
          <a:p>
            <a:pPr lvl="2"/>
            <a:r>
              <a:rPr lang="de-AT" dirty="0"/>
              <a:t>Dritte Ebene</a:t>
            </a:r>
          </a:p>
          <a:p>
            <a:pPr lvl="3"/>
            <a:r>
              <a:rPr lang="de-AT" dirty="0"/>
              <a:t>Vierte Ebene</a:t>
            </a:r>
          </a:p>
          <a:p>
            <a:pPr lvl="4"/>
            <a:r>
              <a:rPr lang="de-AT" dirty="0"/>
              <a:t>Fünfte Ebene</a:t>
            </a:r>
          </a:p>
        </p:txBody>
      </p:sp>
      <p:sp>
        <p:nvSpPr>
          <p:cNvPr id="15" name="Textplatzhalter 6">
            <a:extLst>
              <a:ext uri="{FF2B5EF4-FFF2-40B4-BE49-F238E27FC236}">
                <a16:creationId xmlns:a16="http://schemas.microsoft.com/office/drawing/2014/main" id="{69E1E176-0BF8-48FB-9C78-4D3C31917A0F}"/>
              </a:ext>
            </a:extLst>
          </p:cNvPr>
          <p:cNvSpPr>
            <a:spLocks noGrp="1"/>
          </p:cNvSpPr>
          <p:nvPr>
            <p:ph type="body" sz="quarter" idx="19" hasCustomPrompt="1"/>
            <p:custDataLst>
              <p:tags r:id="rId6"/>
            </p:custDataLst>
          </p:nvPr>
        </p:nvSpPr>
        <p:spPr>
          <a:xfrm>
            <a:off x="4656023" y="5795962"/>
            <a:ext cx="2880000" cy="100013"/>
          </a:xfrm>
        </p:spPr>
        <p:txBody>
          <a:bodyPr anchor="b"/>
          <a:lstStyle>
            <a:lvl1pPr marL="0" indent="0">
              <a:buNone/>
              <a:defRPr sz="800" cap="all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de-AT" dirty="0"/>
              <a:t>© Copyright-Info, Quelle, …</a:t>
            </a:r>
          </a:p>
        </p:txBody>
      </p:sp>
      <p:sp>
        <p:nvSpPr>
          <p:cNvPr id="19" name="Inhaltsplatzhalter 3">
            <a:extLst>
              <a:ext uri="{FF2B5EF4-FFF2-40B4-BE49-F238E27FC236}">
                <a16:creationId xmlns:a16="http://schemas.microsoft.com/office/drawing/2014/main" id="{F17CFAD3-D27F-4386-BB6A-DA7CD5FCD531}"/>
              </a:ext>
            </a:extLst>
          </p:cNvPr>
          <p:cNvSpPr>
            <a:spLocks noGrp="1"/>
          </p:cNvSpPr>
          <p:nvPr>
            <p:ph sz="half" idx="17" hasCustomPrompt="1"/>
            <p:custDataLst>
              <p:tags r:id="rId7"/>
            </p:custDataLst>
          </p:nvPr>
        </p:nvSpPr>
        <p:spPr>
          <a:xfrm>
            <a:off x="8004683" y="1549400"/>
            <a:ext cx="2880000" cy="4175125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de-AT" dirty="0"/>
              <a:t>Formatvorlagen des Textmasters bearbeiten</a:t>
            </a:r>
          </a:p>
          <a:p>
            <a:pPr lvl="1"/>
            <a:r>
              <a:rPr lang="de-AT" dirty="0"/>
              <a:t>Zweite Ebene</a:t>
            </a:r>
          </a:p>
          <a:p>
            <a:pPr lvl="2"/>
            <a:r>
              <a:rPr lang="de-AT" dirty="0"/>
              <a:t>Dritte Ebene</a:t>
            </a:r>
          </a:p>
          <a:p>
            <a:pPr lvl="3"/>
            <a:r>
              <a:rPr lang="de-AT" dirty="0"/>
              <a:t>Vierte Ebene</a:t>
            </a:r>
          </a:p>
          <a:p>
            <a:pPr lvl="4"/>
            <a:r>
              <a:rPr lang="de-AT" dirty="0"/>
              <a:t>Fünfte Ebene</a:t>
            </a:r>
          </a:p>
        </p:txBody>
      </p:sp>
      <p:sp>
        <p:nvSpPr>
          <p:cNvPr id="22" name="Textplatzhalter 6">
            <a:extLst>
              <a:ext uri="{FF2B5EF4-FFF2-40B4-BE49-F238E27FC236}">
                <a16:creationId xmlns:a16="http://schemas.microsoft.com/office/drawing/2014/main" id="{ECD8C927-8B97-4C3A-A82C-BD0BF859A357}"/>
              </a:ext>
            </a:extLst>
          </p:cNvPr>
          <p:cNvSpPr>
            <a:spLocks noGrp="1"/>
          </p:cNvSpPr>
          <p:nvPr>
            <p:ph type="body" sz="quarter" idx="20" hasCustomPrompt="1"/>
            <p:custDataLst>
              <p:tags r:id="rId8"/>
            </p:custDataLst>
          </p:nvPr>
        </p:nvSpPr>
        <p:spPr>
          <a:xfrm>
            <a:off x="8003901" y="5795962"/>
            <a:ext cx="2880000" cy="100013"/>
          </a:xfrm>
        </p:spPr>
        <p:txBody>
          <a:bodyPr anchor="b"/>
          <a:lstStyle>
            <a:lvl1pPr marL="0" indent="0">
              <a:buNone/>
              <a:defRPr sz="800" cap="all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de-AT" dirty="0"/>
              <a:t>© Copyright-Info, Quelle, …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5A49CA1-FA2C-4221-B4C1-B59C1E0F7B4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AT"/>
              <a:t>Cython im Pure-Python Mode | 06.11.2025</a:t>
            </a:r>
            <a:endParaRPr lang="de-AT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44A1E6C-0A49-4AE4-B97A-06341D14321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18F7AD7-DC47-44A0-A9D7-F1C17BFD6F09}" type="slidenum">
              <a:rPr lang="de-AT" smtClean="0"/>
              <a:pPr/>
              <a:t>‹Nr.›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81840685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klein - Text und Bild gro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fik 11">
            <a:extLst>
              <a:ext uri="{FF2B5EF4-FFF2-40B4-BE49-F238E27FC236}">
                <a16:creationId xmlns:a16="http://schemas.microsoft.com/office/drawing/2014/main" id="{C80B18DB-87A6-4902-B08F-EEEF6A4C490F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1963" y="468438"/>
            <a:ext cx="488826" cy="48882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DB424605-8FAF-42C4-8B55-1E41E515CBDE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308100" y="468438"/>
            <a:ext cx="4464050" cy="828675"/>
          </a:xfrm>
        </p:spPr>
        <p:txBody>
          <a:bodyPr anchor="t"/>
          <a:lstStyle>
            <a:lvl1pPr>
              <a:defRPr sz="2800"/>
            </a:lvl1pPr>
          </a:lstStyle>
          <a:p>
            <a:r>
              <a:rPr lang="de-DE"/>
              <a:t>Mastertitelformat bearbeiten</a:t>
            </a:r>
            <a:endParaRPr lang="de-AT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E736EC6-E18D-421D-815A-07C67D0C5B1D}"/>
              </a:ext>
            </a:extLst>
          </p:cNvPr>
          <p:cNvSpPr>
            <a:spLocks noGrp="1"/>
          </p:cNvSpPr>
          <p:nvPr>
            <p:ph type="body" sz="quarter" idx="11" hasCustomPrompt="1"/>
            <p:custDataLst>
              <p:tags r:id="rId3"/>
            </p:custDataLst>
          </p:nvPr>
        </p:nvSpPr>
        <p:spPr>
          <a:xfrm>
            <a:off x="1308101" y="1549400"/>
            <a:ext cx="4464050" cy="4346575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de-AT" dirty="0"/>
              <a:t>Formatvorlagen des Textmasters bearbeiten</a:t>
            </a:r>
          </a:p>
          <a:p>
            <a:pPr lvl="1"/>
            <a:r>
              <a:rPr lang="de-AT" dirty="0"/>
              <a:t>Zweite Ebene</a:t>
            </a:r>
          </a:p>
          <a:p>
            <a:pPr lvl="2"/>
            <a:r>
              <a:rPr lang="de-AT" dirty="0"/>
              <a:t>Dritte Ebene</a:t>
            </a:r>
          </a:p>
          <a:p>
            <a:pPr lvl="3"/>
            <a:r>
              <a:rPr lang="de-AT" dirty="0"/>
              <a:t>Vierte Ebene</a:t>
            </a:r>
          </a:p>
          <a:p>
            <a:pPr lvl="4"/>
            <a:r>
              <a:rPr lang="de-AT" dirty="0"/>
              <a:t>Fünfte Ebene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0032777-F022-4926-B155-9B65CA68852D}"/>
              </a:ext>
            </a:extLst>
          </p:cNvPr>
          <p:cNvSpPr>
            <a:spLocks noGrp="1"/>
          </p:cNvSpPr>
          <p:nvPr>
            <p:ph type="pic" sz="quarter" idx="12"/>
            <p:custDataLst>
              <p:tags r:id="rId4"/>
            </p:custDataLst>
          </p:nvPr>
        </p:nvSpPr>
        <p:spPr>
          <a:xfrm>
            <a:off x="6419850" y="466725"/>
            <a:ext cx="5292725" cy="5257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AAA324F2-230D-45D1-9B3D-460855588C8F}"/>
              </a:ext>
            </a:extLst>
          </p:cNvPr>
          <p:cNvSpPr>
            <a:spLocks noGrp="1"/>
          </p:cNvSpPr>
          <p:nvPr>
            <p:ph type="body" sz="quarter" idx="20" hasCustomPrompt="1"/>
            <p:custDataLst>
              <p:tags r:id="rId5"/>
            </p:custDataLst>
          </p:nvPr>
        </p:nvSpPr>
        <p:spPr>
          <a:xfrm>
            <a:off x="6422935" y="5795962"/>
            <a:ext cx="5292000" cy="100013"/>
          </a:xfrm>
        </p:spPr>
        <p:txBody>
          <a:bodyPr anchor="b"/>
          <a:lstStyle>
            <a:lvl1pPr marL="0" indent="0">
              <a:buNone/>
              <a:defRPr sz="800" cap="all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de-AT" dirty="0"/>
              <a:t>© Copyright-Info, Quelle, …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7EB1758-E825-49FE-BFC8-D85EC096652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AT"/>
              <a:t>Cython im Pure-Python Mode | 06.11.2025</a:t>
            </a:r>
            <a:endParaRPr lang="de-AT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38B308E-9401-4426-8362-E403648191D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18F7AD7-DC47-44A0-A9D7-F1C17BFD6F09}" type="slidenum">
              <a:rPr lang="de-AT" smtClean="0"/>
              <a:pPr/>
              <a:t>‹Nr.›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62594776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klein - Text und Bild Querform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fik 11">
            <a:extLst>
              <a:ext uri="{FF2B5EF4-FFF2-40B4-BE49-F238E27FC236}">
                <a16:creationId xmlns:a16="http://schemas.microsoft.com/office/drawing/2014/main" id="{B641D741-C485-431B-AB18-BF0A3F576B60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1963" y="468438"/>
            <a:ext cx="488826" cy="48882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511301B-9B7A-4FC8-899A-DA9F10DE5C8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308100" y="468438"/>
            <a:ext cx="10404474" cy="828675"/>
          </a:xfrm>
        </p:spPr>
        <p:txBody>
          <a:bodyPr anchor="t"/>
          <a:lstStyle>
            <a:lvl1pPr>
              <a:defRPr sz="2800"/>
            </a:lvl1pPr>
          </a:lstStyle>
          <a:p>
            <a:r>
              <a:rPr lang="de-DE"/>
              <a:t>Mastertitelformat bearbeiten</a:t>
            </a:r>
            <a:endParaRPr lang="de-AT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E736EC6-E18D-421D-815A-07C67D0C5B1D}"/>
              </a:ext>
            </a:extLst>
          </p:cNvPr>
          <p:cNvSpPr>
            <a:spLocks noGrp="1"/>
          </p:cNvSpPr>
          <p:nvPr>
            <p:ph type="body" sz="quarter" idx="11" hasCustomPrompt="1"/>
            <p:custDataLst>
              <p:tags r:id="rId3"/>
            </p:custDataLst>
          </p:nvPr>
        </p:nvSpPr>
        <p:spPr>
          <a:xfrm>
            <a:off x="1308101" y="1549400"/>
            <a:ext cx="4464050" cy="4346575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de-AT" dirty="0"/>
              <a:t>Formatvorlagen des Textmasters bearbeiten</a:t>
            </a:r>
          </a:p>
          <a:p>
            <a:pPr lvl="1"/>
            <a:r>
              <a:rPr lang="de-AT" dirty="0"/>
              <a:t>Zweite Ebene</a:t>
            </a:r>
          </a:p>
          <a:p>
            <a:pPr lvl="2"/>
            <a:r>
              <a:rPr lang="de-AT" dirty="0"/>
              <a:t>Dritte Ebene</a:t>
            </a:r>
          </a:p>
          <a:p>
            <a:pPr lvl="3"/>
            <a:r>
              <a:rPr lang="de-AT" dirty="0"/>
              <a:t>Vierte Ebene</a:t>
            </a:r>
          </a:p>
          <a:p>
            <a:pPr lvl="4"/>
            <a:r>
              <a:rPr lang="de-AT" dirty="0"/>
              <a:t>Fünfte Ebene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0032777-F022-4926-B155-9B65CA68852D}"/>
              </a:ext>
            </a:extLst>
          </p:cNvPr>
          <p:cNvSpPr>
            <a:spLocks noGrp="1"/>
          </p:cNvSpPr>
          <p:nvPr>
            <p:ph type="pic" sz="quarter" idx="12"/>
            <p:custDataLst>
              <p:tags r:id="rId4"/>
            </p:custDataLst>
          </p:nvPr>
        </p:nvSpPr>
        <p:spPr>
          <a:xfrm>
            <a:off x="6419850" y="1549400"/>
            <a:ext cx="5292725" cy="352742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6" name="Textplatzhalter 6">
            <a:extLst>
              <a:ext uri="{FF2B5EF4-FFF2-40B4-BE49-F238E27FC236}">
                <a16:creationId xmlns:a16="http://schemas.microsoft.com/office/drawing/2014/main" id="{F5C7B036-BA63-4EF3-A22E-A1F0AF81DC5D}"/>
              </a:ext>
            </a:extLst>
          </p:cNvPr>
          <p:cNvSpPr>
            <a:spLocks noGrp="1"/>
          </p:cNvSpPr>
          <p:nvPr>
            <p:ph type="body" sz="quarter" idx="20" hasCustomPrompt="1"/>
            <p:custDataLst>
              <p:tags r:id="rId5"/>
            </p:custDataLst>
          </p:nvPr>
        </p:nvSpPr>
        <p:spPr>
          <a:xfrm>
            <a:off x="6422935" y="5141912"/>
            <a:ext cx="5292000" cy="100013"/>
          </a:xfrm>
        </p:spPr>
        <p:txBody>
          <a:bodyPr anchor="b"/>
          <a:lstStyle>
            <a:lvl1pPr marL="0" indent="0">
              <a:buNone/>
              <a:defRPr sz="800" cap="all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de-AT" dirty="0"/>
              <a:t>© Copyright-Info, Quelle, …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868A473-3BB1-4067-8830-F9B01DC5086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AT"/>
              <a:t>Cython im Pure-Python Mode | 06.11.2025</a:t>
            </a:r>
            <a:endParaRPr lang="de-AT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4E5E550-2AEE-40CC-B9A5-572A524B8A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18F7AD7-DC47-44A0-A9D7-F1C17BFD6F09}" type="slidenum">
              <a:rPr lang="de-AT" smtClean="0"/>
              <a:pPr/>
              <a:t>‹Nr.›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37037890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klein -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fik 13">
            <a:extLst>
              <a:ext uri="{FF2B5EF4-FFF2-40B4-BE49-F238E27FC236}">
                <a16:creationId xmlns:a16="http://schemas.microsoft.com/office/drawing/2014/main" id="{3A680E4C-E350-49CA-B362-D5E27C2C7084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1963" y="468438"/>
            <a:ext cx="488826" cy="488826"/>
          </a:xfrm>
          <a:prstGeom prst="rect">
            <a:avLst/>
          </a:prstGeom>
        </p:spPr>
      </p:pic>
      <p:sp>
        <p:nvSpPr>
          <p:cNvPr id="4" name="Titel 3">
            <a:extLst>
              <a:ext uri="{FF2B5EF4-FFF2-40B4-BE49-F238E27FC236}">
                <a16:creationId xmlns:a16="http://schemas.microsoft.com/office/drawing/2014/main" id="{684F57D3-A4C9-4846-A645-1B4E4C67FEEF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308100" y="468438"/>
            <a:ext cx="10404475" cy="828675"/>
          </a:xfrm>
        </p:spPr>
        <p:txBody>
          <a:bodyPr anchor="t"/>
          <a:lstStyle>
            <a:lvl1pPr>
              <a:defRPr sz="2800"/>
            </a:lvl1pPr>
          </a:lstStyle>
          <a:p>
            <a:r>
              <a:rPr lang="de-DE"/>
              <a:t>Mastertitelformat bearbeiten</a:t>
            </a:r>
            <a:endParaRPr lang="de-AT" dirty="0"/>
          </a:p>
        </p:txBody>
      </p:sp>
      <p:sp>
        <p:nvSpPr>
          <p:cNvPr id="7" name="Tabellenplatzhalter 6">
            <a:extLst>
              <a:ext uri="{FF2B5EF4-FFF2-40B4-BE49-F238E27FC236}">
                <a16:creationId xmlns:a16="http://schemas.microsoft.com/office/drawing/2014/main" id="{16875FCD-3D13-4E90-B3E6-1E014D587D9B}"/>
              </a:ext>
            </a:extLst>
          </p:cNvPr>
          <p:cNvSpPr>
            <a:spLocks noGrp="1"/>
          </p:cNvSpPr>
          <p:nvPr>
            <p:ph type="tbl" sz="quarter" idx="11"/>
            <p:custDataLst>
              <p:tags r:id="rId3"/>
            </p:custDataLst>
          </p:nvPr>
        </p:nvSpPr>
        <p:spPr>
          <a:xfrm>
            <a:off x="1308100" y="1549400"/>
            <a:ext cx="10404475" cy="41751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Tabelle durch Klicken auf Symbol hinzufügen</a:t>
            </a:r>
            <a:endParaRPr lang="de-AT" dirty="0"/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17D854DD-9F1E-4B53-A47D-AD1BCFA810A8}"/>
              </a:ext>
            </a:extLst>
          </p:cNvPr>
          <p:cNvSpPr>
            <a:spLocks noGrp="1"/>
          </p:cNvSpPr>
          <p:nvPr>
            <p:ph type="body" sz="quarter" idx="20" hasCustomPrompt="1"/>
            <p:custDataLst>
              <p:tags r:id="rId4"/>
            </p:custDataLst>
          </p:nvPr>
        </p:nvSpPr>
        <p:spPr>
          <a:xfrm>
            <a:off x="1308100" y="5795962"/>
            <a:ext cx="10406836" cy="100013"/>
          </a:xfrm>
        </p:spPr>
        <p:txBody>
          <a:bodyPr anchor="b"/>
          <a:lstStyle>
            <a:lvl1pPr marL="0" indent="0">
              <a:buNone/>
              <a:defRPr sz="800" cap="all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de-AT" dirty="0"/>
              <a:t>© Copyright-Info, Quelle, …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F46B341-2E3B-48DF-8934-61B25EEE750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AT"/>
              <a:t>Cython im Pure-Python Mode | 06.11.2025</a:t>
            </a:r>
            <a:endParaRPr lang="de-AT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1F6012AB-A28A-4A12-888B-75D0EE4CAC4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18F7AD7-DC47-44A0-A9D7-F1C17BFD6F09}" type="slidenum">
              <a:rPr lang="de-AT" smtClean="0"/>
              <a:pPr/>
              <a:t>‹Nr.›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93144598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klein - Text und 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fik 14">
            <a:extLst>
              <a:ext uri="{FF2B5EF4-FFF2-40B4-BE49-F238E27FC236}">
                <a16:creationId xmlns:a16="http://schemas.microsoft.com/office/drawing/2014/main" id="{3D72A57A-0B88-47A5-963A-6E6CF2A2A799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1963" y="468438"/>
            <a:ext cx="488826" cy="48882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9169EF57-E6AB-4B93-AF12-7986543DEC8B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308423" y="468438"/>
            <a:ext cx="4458966" cy="828675"/>
          </a:xfrm>
        </p:spPr>
        <p:txBody>
          <a:bodyPr anchor="t"/>
          <a:lstStyle>
            <a:lvl1pPr>
              <a:defRPr sz="2800"/>
            </a:lvl1pPr>
          </a:lstStyle>
          <a:p>
            <a:r>
              <a:rPr lang="de-DE"/>
              <a:t>Mastertitelformat bearbeiten</a:t>
            </a:r>
            <a:endParaRPr lang="de-AT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E736EC6-E18D-421D-815A-07C67D0C5B1D}"/>
              </a:ext>
            </a:extLst>
          </p:cNvPr>
          <p:cNvSpPr>
            <a:spLocks noGrp="1"/>
          </p:cNvSpPr>
          <p:nvPr>
            <p:ph type="body" sz="quarter" idx="11" hasCustomPrompt="1"/>
            <p:custDataLst>
              <p:tags r:id="rId3"/>
            </p:custDataLst>
          </p:nvPr>
        </p:nvSpPr>
        <p:spPr>
          <a:xfrm>
            <a:off x="1308101" y="1549400"/>
            <a:ext cx="4464050" cy="4346575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de-AT" dirty="0"/>
              <a:t>Formatvorlagen des Textmasters bearbeiten</a:t>
            </a:r>
          </a:p>
          <a:p>
            <a:pPr lvl="1"/>
            <a:r>
              <a:rPr lang="de-AT" dirty="0"/>
              <a:t>Zweite Ebene</a:t>
            </a:r>
          </a:p>
          <a:p>
            <a:pPr lvl="2"/>
            <a:r>
              <a:rPr lang="de-AT" dirty="0"/>
              <a:t>Dritte Ebene</a:t>
            </a:r>
          </a:p>
          <a:p>
            <a:pPr lvl="3"/>
            <a:r>
              <a:rPr lang="de-AT" dirty="0"/>
              <a:t>Vierte Ebene</a:t>
            </a:r>
          </a:p>
          <a:p>
            <a:pPr lvl="4"/>
            <a:r>
              <a:rPr lang="de-AT" dirty="0"/>
              <a:t>Fünfte Ebene</a:t>
            </a:r>
          </a:p>
        </p:txBody>
      </p:sp>
      <p:sp>
        <p:nvSpPr>
          <p:cNvPr id="3" name="Diagrammplatzhalter 2">
            <a:extLst>
              <a:ext uri="{FF2B5EF4-FFF2-40B4-BE49-F238E27FC236}">
                <a16:creationId xmlns:a16="http://schemas.microsoft.com/office/drawing/2014/main" id="{32E0DB4B-5F1B-42DD-83CB-F2653DB6A8BB}"/>
              </a:ext>
            </a:extLst>
          </p:cNvPr>
          <p:cNvSpPr>
            <a:spLocks noGrp="1"/>
          </p:cNvSpPr>
          <p:nvPr>
            <p:ph type="chart" sz="quarter" idx="14"/>
            <p:custDataLst>
              <p:tags r:id="rId4"/>
            </p:custDataLst>
          </p:nvPr>
        </p:nvSpPr>
        <p:spPr>
          <a:xfrm>
            <a:off x="6419850" y="468438"/>
            <a:ext cx="5292725" cy="52560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Diagramm durch Klicken auf Symbol hinzufügen</a:t>
            </a:r>
            <a:endParaRPr lang="de-AT" dirty="0"/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388F954D-4AA6-43D6-B116-7A4DEFDE530D}"/>
              </a:ext>
            </a:extLst>
          </p:cNvPr>
          <p:cNvSpPr>
            <a:spLocks noGrp="1"/>
          </p:cNvSpPr>
          <p:nvPr>
            <p:ph type="body" sz="quarter" idx="20" hasCustomPrompt="1"/>
            <p:custDataLst>
              <p:tags r:id="rId5"/>
            </p:custDataLst>
          </p:nvPr>
        </p:nvSpPr>
        <p:spPr>
          <a:xfrm>
            <a:off x="6422935" y="5795962"/>
            <a:ext cx="5292000" cy="100013"/>
          </a:xfrm>
        </p:spPr>
        <p:txBody>
          <a:bodyPr anchor="b"/>
          <a:lstStyle>
            <a:lvl1pPr marL="0" indent="0">
              <a:buNone/>
              <a:defRPr sz="800" cap="all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de-AT" dirty="0"/>
              <a:t>© Copyright-Info, Quelle, …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1A1A9BF-3AED-4EFD-900F-A1F61F946FF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AT"/>
              <a:t>Cython im Pure-Python Mode | 06.11.2025</a:t>
            </a:r>
            <a:endParaRPr lang="de-AT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9AEF1F5-9CB9-45A4-A9BB-5CC1F835C7C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18F7AD7-DC47-44A0-A9D7-F1C17BFD6F09}" type="slidenum">
              <a:rPr lang="de-AT" smtClean="0"/>
              <a:pPr/>
              <a:t>‹Nr.›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51603220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rafik 40" descr="Logo der Technischen Universität Wien">
            <a:extLst>
              <a:ext uri="{FF2B5EF4-FFF2-40B4-BE49-F238E27FC236}">
                <a16:creationId xmlns:a16="http://schemas.microsoft.com/office/drawing/2014/main" id="{83392F52-F053-4B37-81F1-B63D0DE99D51}"/>
              </a:ext>
            </a:extLst>
          </p:cNvPr>
          <p:cNvPicPr/>
          <p:nvPr userDrawn="1"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8287" y="466725"/>
            <a:ext cx="1939882" cy="734886"/>
          </a:xfrm>
          <a:prstGeom prst="rect">
            <a:avLst/>
          </a:prstGeom>
        </p:spPr>
      </p:pic>
      <p:sp>
        <p:nvSpPr>
          <p:cNvPr id="4" name="Titel 3">
            <a:extLst>
              <a:ext uri="{FF2B5EF4-FFF2-40B4-BE49-F238E27FC236}">
                <a16:creationId xmlns:a16="http://schemas.microsoft.com/office/drawing/2014/main" id="{A12C0C97-07D5-4F96-8247-518187567D1B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307069" y="1549399"/>
            <a:ext cx="9289494" cy="828675"/>
          </a:xfrm>
        </p:spPr>
        <p:txBody>
          <a:bodyPr/>
          <a:lstStyle>
            <a:lvl1pPr>
              <a:defRPr/>
            </a:lvl1pPr>
          </a:lstStyle>
          <a:p>
            <a:r>
              <a:rPr lang="de-AT"/>
              <a:t>Kontaktinformationen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233E7E8-1933-4C21-BF6B-D51AF4E4672E}"/>
              </a:ext>
            </a:extLst>
          </p:cNvPr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307070" y="3429000"/>
            <a:ext cx="9289494" cy="2455545"/>
          </a:xfrm>
        </p:spPr>
        <p:txBody>
          <a:bodyPr wrap="square" anchor="b">
            <a:no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AT"/>
              <a:t>Kontaktdaten eingeben</a:t>
            </a:r>
            <a:endParaRPr lang="de-AT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ACE00CB-9CCC-4A9D-A758-DD7AA927D5A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AT"/>
              <a:t>Cython im Pure-Python Mode | 06.11.2025</a:t>
            </a:r>
            <a:endParaRPr lang="de-AT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050ABF1-0BD3-4A46-9EEF-0778B9A7DE4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8F7AD7-DC47-44A0-A9D7-F1C17BFD6F09}" type="slidenum">
              <a:rPr lang="de-AT" smtClean="0"/>
              <a:pPr/>
              <a:t>‹Nr.›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427435430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5996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ags" Target="../tags/tag6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ags" Target="../tags/tag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ags" Target="../tags/tag2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EEE1EB9-F30E-41CC-A5EA-1BB4036EAE50}"/>
              </a:ext>
            </a:extLst>
          </p:cNvPr>
          <p:cNvSpPr>
            <a:spLocks noGrp="1"/>
          </p:cNvSpPr>
          <p:nvPr userDrawn="1">
            <p:ph type="title"/>
            <p:custDataLst>
              <p:tags r:id="rId35"/>
            </p:custDataLst>
          </p:nvPr>
        </p:nvSpPr>
        <p:spPr bwMode="gray">
          <a:xfrm>
            <a:off x="1307069" y="1549399"/>
            <a:ext cx="10405506" cy="828675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de-AT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2201E79-C3C6-4E96-894F-E05A4B90D1FF}"/>
              </a:ext>
            </a:extLst>
          </p:cNvPr>
          <p:cNvSpPr>
            <a:spLocks noGrp="1"/>
          </p:cNvSpPr>
          <p:nvPr userDrawn="1">
            <p:ph type="body" idx="1"/>
            <p:custDataLst>
              <p:tags r:id="rId36"/>
            </p:custDataLst>
          </p:nvPr>
        </p:nvSpPr>
        <p:spPr bwMode="gray">
          <a:xfrm>
            <a:off x="1308100" y="2628901"/>
            <a:ext cx="10404474" cy="3086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AT" dirty="0"/>
              <a:t>Mastertextformat bearbeiten </a:t>
            </a:r>
          </a:p>
          <a:p>
            <a:pPr lvl="1"/>
            <a:r>
              <a:rPr lang="de-AT" dirty="0"/>
              <a:t>Zweite Ebene</a:t>
            </a:r>
          </a:p>
          <a:p>
            <a:pPr lvl="2"/>
            <a:r>
              <a:rPr lang="de-AT" dirty="0"/>
              <a:t>Dritte Ebene</a:t>
            </a:r>
          </a:p>
          <a:p>
            <a:pPr lvl="3"/>
            <a:r>
              <a:rPr lang="de-AT" dirty="0"/>
              <a:t>Vierte Ebene</a:t>
            </a:r>
          </a:p>
          <a:p>
            <a:pPr lvl="4"/>
            <a:r>
              <a:rPr lang="de-AT" dirty="0"/>
              <a:t>Fünfte Ebene</a:t>
            </a: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AB4FDE39-4A0A-4D44-BA64-FAA4243A1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custDataLst>
              <p:tags r:id="rId37"/>
            </p:custDataLst>
          </p:nvPr>
        </p:nvSpPr>
        <p:spPr>
          <a:xfrm>
            <a:off x="0" y="6235700"/>
            <a:ext cx="12192000" cy="6223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de-AT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05777435-05C2-4B0D-8378-14DDFE4EBD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38"/>
            </p:custDataLst>
          </p:nvPr>
        </p:nvSpPr>
        <p:spPr bwMode="white">
          <a:xfrm>
            <a:off x="461963" y="6385768"/>
            <a:ext cx="10134600" cy="28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 b="0">
                <a:solidFill>
                  <a:schemeClr val="bg1"/>
                </a:solidFill>
              </a:defRPr>
            </a:lvl1pPr>
          </a:lstStyle>
          <a:p>
            <a:r>
              <a:rPr lang="de-AT"/>
              <a:t>Cython im Pure-Python Mode | 06.11.2025</a:t>
            </a:r>
            <a:endParaRPr lang="de-AT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D7DA86F-8392-48F1-84B2-3D91C8489FAC}"/>
              </a:ext>
            </a:extLst>
          </p:cNvPr>
          <p:cNvSpPr>
            <a:spLocks noGrp="1"/>
          </p:cNvSpPr>
          <p:nvPr userDrawn="1">
            <p:ph type="sldNum" sz="quarter" idx="4"/>
            <p:custDataLst>
              <p:tags r:id="rId39"/>
            </p:custDataLst>
          </p:nvPr>
        </p:nvSpPr>
        <p:spPr bwMode="white">
          <a:xfrm>
            <a:off x="10885488" y="6385768"/>
            <a:ext cx="827086" cy="28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418F7AD7-DC47-44A0-A9D7-F1C17BFD6F09}" type="slidenum">
              <a:rPr lang="de-AT" smtClean="0"/>
              <a:pPr/>
              <a:t>‹Nr.›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062784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3" r:id="rId2"/>
    <p:sldLayoutId id="2147483650" r:id="rId3"/>
    <p:sldLayoutId id="2147483667" r:id="rId4"/>
    <p:sldLayoutId id="2147483708" r:id="rId5"/>
    <p:sldLayoutId id="2147483651" r:id="rId6"/>
    <p:sldLayoutId id="2147483652" r:id="rId7"/>
    <p:sldLayoutId id="2147483752" r:id="rId8"/>
    <p:sldLayoutId id="2147483744" r:id="rId9"/>
    <p:sldLayoutId id="2147483666" r:id="rId10"/>
    <p:sldLayoutId id="2147483668" r:id="rId11"/>
    <p:sldLayoutId id="2147483669" r:id="rId12"/>
    <p:sldLayoutId id="2147483670" r:id="rId13"/>
    <p:sldLayoutId id="2147483671" r:id="rId14"/>
    <p:sldLayoutId id="2147483673" r:id="rId15"/>
    <p:sldLayoutId id="2147483745" r:id="rId16"/>
    <p:sldLayoutId id="2147483738" r:id="rId17"/>
    <p:sldLayoutId id="2147483735" r:id="rId18"/>
    <p:sldLayoutId id="2147483736" r:id="rId19"/>
    <p:sldLayoutId id="2147483737" r:id="rId20"/>
    <p:sldLayoutId id="2147483725" r:id="rId21"/>
    <p:sldLayoutId id="2147483726" r:id="rId22"/>
    <p:sldLayoutId id="2147483727" r:id="rId23"/>
    <p:sldLayoutId id="2147483729" r:id="rId24"/>
    <p:sldLayoutId id="2147483730" r:id="rId25"/>
    <p:sldLayoutId id="2147483751" r:id="rId26"/>
    <p:sldLayoutId id="2147483746" r:id="rId27"/>
    <p:sldLayoutId id="2147483731" r:id="rId28"/>
    <p:sldLayoutId id="2147483732" r:id="rId29"/>
    <p:sldLayoutId id="2147483733" r:id="rId30"/>
    <p:sldLayoutId id="2147483734" r:id="rId31"/>
    <p:sldLayoutId id="2147483707" r:id="rId32"/>
    <p:sldLayoutId id="2147483655" r:id="rId3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70000" indent="-2700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90000"/>
        <a:buFont typeface="Arial" panose="020B0604020202020204" pitchFamily="34" charset="0"/>
        <a:buChar char="■"/>
        <a:defRPr sz="22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533400" indent="-271463" algn="l" defTabSz="914400" rtl="0" eaLnBrk="1" latinLnBrk="0" hangingPunct="1">
        <a:lnSpc>
          <a:spcPct val="90000"/>
        </a:lnSpc>
        <a:spcBef>
          <a:spcPts val="400"/>
        </a:spcBef>
        <a:buClr>
          <a:schemeClr val="accent1"/>
        </a:buClr>
        <a:buSzPct val="90000"/>
        <a:buFont typeface="Arial" panose="020B0604020202020204" pitchFamily="34" charset="0"/>
        <a:buChar char="■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804863" indent="-2667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90000"/>
        <a:buFont typeface="Arial" panose="020B0604020202020204" pitchFamily="34" charset="0"/>
        <a:buChar char="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77913" indent="-2667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90000"/>
        <a:buFont typeface="Arial" panose="020B0604020202020204" pitchFamily="34" charset="0"/>
        <a:buChar char="■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49375" indent="-2667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90000"/>
        <a:buFont typeface="Arial" panose="020B0604020202020204" pitchFamily="34" charset="0"/>
        <a:buChar char="■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orient="horz" pos="2160" userDrawn="1">
          <p15:clr>
            <a:srgbClr val="F26B43"/>
          </p15:clr>
        </p15:guide>
        <p15:guide id="3" pos="3840" userDrawn="1">
          <p15:clr>
            <a:srgbClr val="F26B43"/>
          </p15:clr>
        </p15:guide>
        <p15:guide id="4" pos="7378" userDrawn="1">
          <p15:clr>
            <a:srgbClr val="F26B43"/>
          </p15:clr>
        </p15:guide>
        <p15:guide id="5" pos="291" userDrawn="1">
          <p15:clr>
            <a:srgbClr val="F26B43"/>
          </p15:clr>
        </p15:guide>
        <p15:guide id="6" orient="horz" pos="976" userDrawn="1">
          <p15:clr>
            <a:srgbClr val="F26B43"/>
          </p15:clr>
        </p15:guide>
        <p15:guide id="7" orient="horz" pos="3198" userDrawn="1">
          <p15:clr>
            <a:srgbClr val="F26B43"/>
          </p15:clr>
        </p15:guide>
        <p15:guide id="8" orient="horz" pos="3451" userDrawn="1">
          <p15:clr>
            <a:srgbClr val="F26B43"/>
          </p15:clr>
        </p15:guide>
        <p15:guide id="9" orient="horz" pos="3714" userDrawn="1">
          <p15:clr>
            <a:srgbClr val="F26B43"/>
          </p15:clr>
        </p15:guide>
        <p15:guide id="10" pos="4044" userDrawn="1">
          <p15:clr>
            <a:srgbClr val="F26B43"/>
          </p15:clr>
        </p15:guide>
        <p15:guide id="11" pos="3636" userDrawn="1">
          <p15:clr>
            <a:srgbClr val="F26B43"/>
          </p15:clr>
        </p15:guide>
        <p15:guide id="12" orient="horz" pos="1114" userDrawn="1">
          <p15:clr>
            <a:srgbClr val="F26B43"/>
          </p15:clr>
        </p15:guide>
        <p15:guide id="13" orient="horz" pos="1498" userDrawn="1">
          <p15:clr>
            <a:srgbClr val="F26B43"/>
          </p15:clr>
        </p15:guide>
        <p15:guide id="14" orient="horz" pos="294" userDrawn="1">
          <p15:clr>
            <a:srgbClr val="F26B43"/>
          </p15:clr>
        </p15:guide>
        <p15:guide id="15" orient="horz" pos="531" userDrawn="1">
          <p15:clr>
            <a:srgbClr val="F26B43"/>
          </p15:clr>
        </p15:guide>
        <p15:guide id="16" orient="horz" pos="762" userDrawn="1">
          <p15:clr>
            <a:srgbClr val="F26B43"/>
          </p15:clr>
        </p15:guide>
        <p15:guide id="17" orient="horz" pos="1651" userDrawn="1">
          <p15:clr>
            <a:srgbClr val="F26B43"/>
          </p15:clr>
        </p15:guide>
        <p15:guide id="18" pos="824" userDrawn="1">
          <p15:clr>
            <a:srgbClr val="F26B43"/>
          </p15:clr>
        </p15:guide>
        <p15:guide id="19" pos="6675" userDrawn="1">
          <p15:clr>
            <a:srgbClr val="F26B43"/>
          </p15:clr>
        </p15:guide>
        <p15:guide id="20" orient="horz" pos="3606" userDrawn="1">
          <p15:clr>
            <a:srgbClr val="F26B43"/>
          </p15:clr>
        </p15:guide>
        <p15:guide id="21" pos="685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5EB6D3B6-ADF7-234B-07F1-CED6673092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AT" sz="4800"/>
              <a:t>Cython im Pure-Python Mode</a:t>
            </a:r>
            <a:endParaRPr lang="en-US" sz="4800"/>
          </a:p>
        </p:txBody>
      </p:sp>
      <p:sp>
        <p:nvSpPr>
          <p:cNvPr id="6" name="Untertitel 5">
            <a:extLst>
              <a:ext uri="{FF2B5EF4-FFF2-40B4-BE49-F238E27FC236}">
                <a16:creationId xmlns:a16="http://schemas.microsoft.com/office/drawing/2014/main" id="{BB6B6909-B9A9-3455-1FF4-5F62BAD5EA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AT"/>
              <a:t>Wissenschaftliches Programmieren in Python</a:t>
            </a:r>
            <a:endParaRPr lang="en-US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1F9A8E38-9695-6E9F-7831-E7BAEDF7752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9551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9C841EA-A058-A1EE-7AA6-8982D119C56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18F7AD7-DC47-44A0-A9D7-F1C17BFD6F09}" type="slidenum">
              <a:rPr lang="de-AT" smtClean="0"/>
              <a:pPr/>
              <a:t>2</a:t>
            </a:fld>
            <a:endParaRPr lang="de-AT" dirty="0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7F0432A9-759F-C46E-6087-D02CC1D44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Geeignet bei</a:t>
            </a:r>
            <a:endParaRPr lang="en-US"/>
          </a:p>
        </p:txBody>
      </p:sp>
      <p:sp>
        <p:nvSpPr>
          <p:cNvPr id="19" name="Inhaltsplatzhalter 18">
            <a:extLst>
              <a:ext uri="{FF2B5EF4-FFF2-40B4-BE49-F238E27FC236}">
                <a16:creationId xmlns:a16="http://schemas.microsoft.com/office/drawing/2014/main" id="{B143E921-C10F-453A-5E2C-118EC322709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e-AT"/>
              <a:t>Berechnungen mit fixen Datentypen</a:t>
            </a:r>
          </a:p>
          <a:p>
            <a:endParaRPr lang="de-AT"/>
          </a:p>
          <a:p>
            <a:r>
              <a:rPr lang="en-US"/>
              <a:t>Oft aufgerufene Methoden</a:t>
            </a:r>
          </a:p>
          <a:p>
            <a:endParaRPr lang="en-US"/>
          </a:p>
          <a:p>
            <a:r>
              <a:rPr lang="en-US"/>
              <a:t>Funktionen die Schleifen enthalten</a:t>
            </a:r>
          </a:p>
        </p:txBody>
      </p:sp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F85CA39E-D7D6-DDDC-2073-1B113B5B14F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AT"/>
              <a:t>Nicht geeignet bei</a:t>
            </a:r>
            <a:endParaRPr lang="en-US"/>
          </a:p>
        </p:txBody>
      </p:sp>
      <p:sp>
        <p:nvSpPr>
          <p:cNvPr id="20" name="Inhaltsplatzhalter 19">
            <a:extLst>
              <a:ext uri="{FF2B5EF4-FFF2-40B4-BE49-F238E27FC236}">
                <a16:creationId xmlns:a16="http://schemas.microsoft.com/office/drawing/2014/main" id="{83CD6368-3AD3-9FCE-A98D-14DC11F949F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e-AT"/>
              <a:t>Setup Methoden</a:t>
            </a:r>
          </a:p>
          <a:p>
            <a:endParaRPr lang="de-AT"/>
          </a:p>
          <a:p>
            <a:r>
              <a:rPr lang="en-US"/>
              <a:t>Operationen mit komplexen Datentypen (Dictionarys, Listen, etc.)</a:t>
            </a:r>
          </a:p>
          <a:p>
            <a:endParaRPr lang="en-US"/>
          </a:p>
          <a:p>
            <a:r>
              <a:rPr lang="en-US"/>
              <a:t>Berechnungen mit großen NumPy Arrays oder Matrizen</a:t>
            </a:r>
            <a:br>
              <a:rPr lang="en-US"/>
            </a:br>
            <a:endParaRPr lang="en-US" b="1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46EAAEC-1F9F-B69A-A836-81055548CC9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AT"/>
              <a:t>Cython im Pure-Python Mode | 06.11.2025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50222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>
            <a:extLst>
              <a:ext uri="{FF2B5EF4-FFF2-40B4-BE49-F238E27FC236}">
                <a16:creationId xmlns:a16="http://schemas.microsoft.com/office/drawing/2014/main" id="{197110B3-2C35-625B-624F-54F0FBA6B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Performance des ursprünglichen Python Codes</a:t>
            </a:r>
            <a:endParaRPr lang="en-US"/>
          </a:p>
        </p:txBody>
      </p:sp>
      <p:pic>
        <p:nvPicPr>
          <p:cNvPr id="14" name="Inhaltsplatzhalter 13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D5760BBB-7908-930E-855F-668448F05C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3285" y="1968725"/>
            <a:ext cx="9288463" cy="1460275"/>
          </a:xfrm>
        </p:spPr>
      </p:pic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216069C5-FACC-1DEF-6572-76247253109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AT"/>
              <a:t>Cython im Pure-Python Mode | 06.11.2025</a:t>
            </a:r>
            <a:endParaRPr lang="de-AT" dirty="0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7772298B-7ABE-6544-084F-BF08B95181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18F7AD7-DC47-44A0-A9D7-F1C17BFD6F09}" type="slidenum">
              <a:rPr lang="de-AT" smtClean="0"/>
              <a:pPr/>
              <a:t>3</a:t>
            </a:fld>
            <a:endParaRPr lang="de-AT" dirty="0"/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F434DC50-B9B5-18FD-66A9-CD5B60E5BA26}"/>
              </a:ext>
            </a:extLst>
          </p:cNvPr>
          <p:cNvSpPr/>
          <p:nvPr/>
        </p:nvSpPr>
        <p:spPr>
          <a:xfrm>
            <a:off x="1483285" y="2751465"/>
            <a:ext cx="2448732" cy="317715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Grafik 16" descr="Ein Bild, das Screenshot, Text, Software, Multimedia-Software enthält.&#10;&#10;KI-generierte Inhalte können fehlerhaft sein.">
            <a:extLst>
              <a:ext uri="{FF2B5EF4-FFF2-40B4-BE49-F238E27FC236}">
                <a16:creationId xmlns:a16="http://schemas.microsoft.com/office/drawing/2014/main" id="{9559D530-307C-1012-0F87-63FE2FDC59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1999"/>
          <a:stretch>
            <a:fillRect/>
          </a:stretch>
        </p:blipFill>
        <p:spPr>
          <a:xfrm>
            <a:off x="458237" y="3809970"/>
            <a:ext cx="11338560" cy="176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8030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>
            <a:extLst>
              <a:ext uri="{FF2B5EF4-FFF2-40B4-BE49-F238E27FC236}">
                <a16:creationId xmlns:a16="http://schemas.microsoft.com/office/drawing/2014/main" id="{FD71C8F3-3A44-2B98-0C15-EA88DEA8A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Einfügen der Dekoratoren</a:t>
            </a:r>
            <a:endParaRPr lang="en-US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518D6C10-37B9-4253-2F71-40E3250B4C8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AT"/>
              <a:t>Cython im Pure-Python Mode | 06.11.2025</a:t>
            </a:r>
            <a:endParaRPr lang="de-AT" dirty="0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05B20E97-71AB-6C81-8DD2-46480B3AB1D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18F7AD7-DC47-44A0-A9D7-F1C17BFD6F09}" type="slidenum">
              <a:rPr lang="de-AT" smtClean="0"/>
              <a:pPr/>
              <a:t>4</a:t>
            </a:fld>
            <a:endParaRPr lang="de-AT" dirty="0"/>
          </a:p>
        </p:txBody>
      </p:sp>
      <p:pic>
        <p:nvPicPr>
          <p:cNvPr id="21" name="Inhaltsplatzhalter 20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4F3EEAC4-95DE-6222-E9C6-F6202F5774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0050" y="1549400"/>
            <a:ext cx="6024562" cy="4175125"/>
          </a:xfrm>
        </p:spPr>
      </p:pic>
    </p:spTree>
    <p:extLst>
      <p:ext uri="{BB962C8B-B14F-4D97-AF65-F5344CB8AC3E}">
        <p14:creationId xmlns:p14="http://schemas.microsoft.com/office/powerpoint/2010/main" val="3656716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2BBA81E3-75B0-D92C-A154-592D940ED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Weitere Verbesserung: Ersetzen langsamer numpy Funktionen</a:t>
            </a:r>
            <a:endParaRPr lang="en-US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C8A260EA-3718-3E31-5980-034862D49FA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e-AT"/>
              <a:t>n.p.argmin()</a:t>
            </a:r>
            <a:endParaRPr lang="en-US"/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70B1B803-DC61-FAD7-7705-7FBE97EF21E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e-AT"/>
              <a:t>np.norm</a:t>
            </a:r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0E03310-7EF3-02A9-6D76-39A5E79511E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AT"/>
              <a:t>Cython im Pure-Python Mode | 06.11.2025</a:t>
            </a:r>
            <a:endParaRPr lang="de-AT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00B52A-DE6B-471F-C994-AA99C684812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18F7AD7-DC47-44A0-A9D7-F1C17BFD6F09}" type="slidenum">
              <a:rPr lang="de-AT" smtClean="0"/>
              <a:pPr/>
              <a:t>5</a:t>
            </a:fld>
            <a:endParaRPr lang="de-AT" dirty="0"/>
          </a:p>
        </p:txBody>
      </p:sp>
      <p:pic>
        <p:nvPicPr>
          <p:cNvPr id="15" name="Grafik 14" descr="Ein Bild, das Text, Screenshot, Multimedia, Software enthält.&#10;&#10;KI-generierte Inhalte können fehlerhaft sein.">
            <a:extLst>
              <a:ext uri="{FF2B5EF4-FFF2-40B4-BE49-F238E27FC236}">
                <a16:creationId xmlns:a16="http://schemas.microsoft.com/office/drawing/2014/main" id="{0B43CB3D-C354-5AC8-9D71-41DBC54EEA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426" y="2523180"/>
            <a:ext cx="4554786" cy="2636520"/>
          </a:xfrm>
          <a:prstGeom prst="rect">
            <a:avLst/>
          </a:prstGeom>
        </p:spPr>
      </p:pic>
      <p:pic>
        <p:nvPicPr>
          <p:cNvPr id="17" name="Grafik 16" descr="Ein Bild, das Screenshot, Schrift, Text enthält.&#10;&#10;KI-generierte Inhalte können fehlerhaft sein.">
            <a:extLst>
              <a:ext uri="{FF2B5EF4-FFF2-40B4-BE49-F238E27FC236}">
                <a16:creationId xmlns:a16="http://schemas.microsoft.com/office/drawing/2014/main" id="{3457BC91-58BB-985D-8803-8344ADA6BE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7829" y="3261210"/>
            <a:ext cx="6013291" cy="1160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416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A83E2-7800-79E8-BB36-692A740CD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44876D2A-6330-6605-3B1E-608FE5FA4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Weitere Verbesserung: Verhinderung von Broadcasting</a:t>
            </a:r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E526462-6D69-DD2E-AE29-B5F7C7E8E8A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AT"/>
              <a:t>Cython im Pure-Python Mode | 06.11.2025</a:t>
            </a:r>
            <a:endParaRPr lang="de-AT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F5CDBB6-0A35-8FDB-8BA6-9EC5DEF0644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18F7AD7-DC47-44A0-A9D7-F1C17BFD6F09}" type="slidenum">
              <a:rPr lang="de-AT" smtClean="0"/>
              <a:pPr/>
              <a:t>6</a:t>
            </a:fld>
            <a:endParaRPr lang="de-AT" dirty="0"/>
          </a:p>
        </p:txBody>
      </p:sp>
      <p:pic>
        <p:nvPicPr>
          <p:cNvPr id="10" name="Inhaltsplatzhalter 9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146AF198-39A5-042A-0C5A-0C97F846B5A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5067" y="2442034"/>
            <a:ext cx="7421865" cy="1801212"/>
          </a:xfrm>
        </p:spPr>
      </p:pic>
    </p:spTree>
    <p:extLst>
      <p:ext uri="{BB962C8B-B14F-4D97-AF65-F5344CB8AC3E}">
        <p14:creationId xmlns:p14="http://schemas.microsoft.com/office/powerpoint/2010/main" val="5868675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6D27E476-7301-EC5B-06F9-A4ABE6F7A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Performance Gewinn</a:t>
            </a:r>
            <a:endParaRPr lang="en-US"/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ABFB86EF-C3A3-657E-6A05-81EB74DBF2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/>
              <a:t>Performanceerhöhung um 58%</a:t>
            </a:r>
            <a:endParaRPr lang="en-US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7BA451B9-1390-EC01-FF3B-26B4D2C0631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AT"/>
              <a:t>Cython im Pure-Python Mode | 06.11.2025</a:t>
            </a:r>
            <a:endParaRPr lang="de-AT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AA267B1A-487F-1D76-259F-EF4E552E854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18F7AD7-DC47-44A0-A9D7-F1C17BFD6F09}" type="slidenum">
              <a:rPr lang="de-AT" smtClean="0"/>
              <a:pPr/>
              <a:t>7</a:t>
            </a:fld>
            <a:endParaRPr lang="de-AT" dirty="0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A7E8DE2B-9E27-B793-463C-A80BBD971B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4941" y="2428627"/>
            <a:ext cx="7389419" cy="2181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074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EA9C8B7C-0F2E-740C-6A60-B8B0DAF41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Vorteile</a:t>
            </a:r>
            <a:endParaRPr lang="en-US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4CEBFE81-6A83-2AA0-314D-C89E3D10170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e-AT"/>
              <a:t>Verwendung von bestehendem Python-Code</a:t>
            </a:r>
          </a:p>
          <a:p>
            <a:endParaRPr lang="de-AT"/>
          </a:p>
          <a:p>
            <a:r>
              <a:rPr lang="de-AT"/>
              <a:t>Keine weiteren Files notwendig</a:t>
            </a:r>
          </a:p>
          <a:p>
            <a:endParaRPr lang="de-AT"/>
          </a:p>
          <a:p>
            <a:r>
              <a:rPr lang="de-AT"/>
              <a:t>Definition der Datentypen über Dekoratoren</a:t>
            </a:r>
          </a:p>
          <a:p>
            <a:endParaRPr lang="en-US"/>
          </a:p>
          <a:p>
            <a:r>
              <a:rPr lang="en-US"/>
              <a:t>Code ist auch unkompiliert ausführbar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C9BABDEA-3341-79F6-91DF-9324961E52B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AT"/>
              <a:t>Nachteile</a:t>
            </a:r>
            <a:endParaRPr lang="en-US"/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A53D17AB-4A5C-9D6C-6EB2-5C578C5B941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e-AT"/>
              <a:t>Erhebliche Vergrößerung des Code-Overheads</a:t>
            </a:r>
          </a:p>
          <a:p>
            <a:endParaRPr lang="de-AT"/>
          </a:p>
          <a:p>
            <a:r>
              <a:rPr lang="de-AT"/>
              <a:t>Verschlechterung der Lesbarkeit</a:t>
            </a:r>
          </a:p>
          <a:p>
            <a:endParaRPr lang="de-AT"/>
          </a:p>
          <a:p>
            <a:r>
              <a:rPr lang="de-AT"/>
              <a:t>Performancegewinn vergleichsweise niedrig</a:t>
            </a:r>
            <a:endParaRPr lang="en-US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D41B723E-5741-8DE8-AA9F-2736DCE406C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AT"/>
              <a:t>Cython im Pure-Python Mode | 06.11.2025</a:t>
            </a:r>
            <a:endParaRPr lang="de-AT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20F7977-50B4-0F3E-CE77-6F5109C1387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18F7AD7-DC47-44A0-A9D7-F1C17BFD6F09}" type="slidenum">
              <a:rPr lang="de-AT" smtClean="0"/>
              <a:pPr/>
              <a:t>8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3625649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 12">
            <a:extLst>
              <a:ext uri="{FF2B5EF4-FFF2-40B4-BE49-F238E27FC236}">
                <a16:creationId xmlns:a16="http://schemas.microsoft.com/office/drawing/2014/main" id="{4F242116-B7AA-561B-E07C-BE0B5687F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Ist Cython das richtige Tool?</a:t>
            </a:r>
            <a:endParaRPr lang="en-US"/>
          </a:p>
        </p:txBody>
      </p:sp>
      <p:sp>
        <p:nvSpPr>
          <p:cNvPr id="14" name="Inhaltsplatzhalter 13">
            <a:extLst>
              <a:ext uri="{FF2B5EF4-FFF2-40B4-BE49-F238E27FC236}">
                <a16:creationId xmlns:a16="http://schemas.microsoft.com/office/drawing/2014/main" id="{9D03B788-3EB8-0E7D-306E-250A4FD64E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7065" y="1549400"/>
            <a:ext cx="9288463" cy="4175125"/>
          </a:xfrm>
        </p:spPr>
        <p:txBody>
          <a:bodyPr/>
          <a:lstStyle/>
          <a:p>
            <a:r>
              <a:rPr lang="de-AT"/>
              <a:t>Cython Erweiterung verschlechtert Lesbarkeit des Codes erheblich</a:t>
            </a:r>
          </a:p>
          <a:p>
            <a:endParaRPr lang="de-AT"/>
          </a:p>
          <a:p>
            <a:r>
              <a:rPr lang="de-AT"/>
              <a:t>Projekt enthält keine komplexen Strukturen die Python benötigen (Dictionarys, Matrizen, Listen, etc.)</a:t>
            </a:r>
          </a:p>
          <a:p>
            <a:endParaRPr lang="de-AT"/>
          </a:p>
          <a:p>
            <a:r>
              <a:rPr lang="de-AT"/>
              <a:t>Berechnung wäre einfach und übersichtlich in C zu implementieren</a:t>
            </a:r>
          </a:p>
          <a:p>
            <a:endParaRPr lang="de-AT"/>
          </a:p>
          <a:p>
            <a:r>
              <a:rPr lang="de-AT"/>
              <a:t>Keine genaue Kontroller über die generierten C-Module</a:t>
            </a:r>
          </a:p>
          <a:p>
            <a:endParaRPr lang="en-US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D9BF6B46-85D3-4675-B34D-0628A87BDCA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AT"/>
              <a:t>Cython im Pure-Python Mode | 06.11.2025</a:t>
            </a:r>
            <a:endParaRPr lang="de-AT" dirty="0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C7C1D489-C2E1-EB78-5B3C-861B1D4FCB4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18F7AD7-DC47-44A0-A9D7-F1C17BFD6F09}" type="slidenum">
              <a:rPr lang="de-AT" smtClean="0"/>
              <a:pPr/>
              <a:t>9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7587892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49F454-8409-9D29-5CF6-1B93D7FCD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Fazit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C80E1C8-E1F5-6F9A-883E-5E472034FD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AT"/>
          </a:p>
          <a:p>
            <a:pPr marL="0" indent="0">
              <a:buNone/>
            </a:pPr>
            <a:endParaRPr lang="de-AT"/>
          </a:p>
          <a:p>
            <a:r>
              <a:rPr lang="de-AT"/>
              <a:t>Projekt enthält keine komplexen Datenstrukturen</a:t>
            </a:r>
          </a:p>
          <a:p>
            <a:endParaRPr lang="de-AT"/>
          </a:p>
          <a:p>
            <a:r>
              <a:rPr lang="de-AT"/>
              <a:t>Berechnungen einfach in C implementierbar</a:t>
            </a:r>
          </a:p>
          <a:p>
            <a:endParaRPr lang="de-AT"/>
          </a:p>
          <a:p>
            <a:r>
              <a:rPr lang="de-AT" b="1"/>
              <a:t>Erstellung eines C-Moduls wäre vermutlich am effizientesten</a:t>
            </a:r>
          </a:p>
          <a:p>
            <a:endParaRPr lang="de-AT" b="1"/>
          </a:p>
          <a:p>
            <a:r>
              <a:rPr lang="de-AT" b="1"/>
              <a:t>Code des C-Moduls wäre einfach zu warten und leicht lesbar</a:t>
            </a:r>
          </a:p>
          <a:p>
            <a:endParaRPr lang="de-AT" b="1"/>
          </a:p>
          <a:p>
            <a:r>
              <a:rPr lang="de-AT" b="1"/>
              <a:t>Verwendung von NUMBA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C603214-248A-F3BC-B129-FBB25179B3E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AT"/>
              <a:t>Cython im Pure-Python Mode | 06.11.2025</a:t>
            </a:r>
            <a:endParaRPr lang="de-AT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A0D46A8-BD72-86FC-0752-7907B375131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18F7AD7-DC47-44A0-A9D7-F1C17BFD6F09}" type="slidenum">
              <a:rPr lang="de-AT" smtClean="0"/>
              <a:pPr/>
              <a:t>10</a:t>
            </a:fld>
            <a:endParaRPr lang="de-AT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ECC1A13F-A1CD-395F-35A3-5DF539F373BA}"/>
              </a:ext>
            </a:extLst>
          </p:cNvPr>
          <p:cNvSpPr txBox="1"/>
          <p:nvPr/>
        </p:nvSpPr>
        <p:spPr>
          <a:xfrm>
            <a:off x="1226820" y="1613319"/>
            <a:ext cx="9738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/>
              <a:t>“If the only tool you have is a hammer, everything looks like a nail.”, </a:t>
            </a:r>
            <a:r>
              <a:rPr lang="en-US"/>
              <a:t>Abraham Maslov</a:t>
            </a:r>
          </a:p>
        </p:txBody>
      </p:sp>
    </p:spTree>
    <p:extLst>
      <p:ext uri="{BB962C8B-B14F-4D97-AF65-F5344CB8AC3E}">
        <p14:creationId xmlns:p14="http://schemas.microsoft.com/office/powerpoint/2010/main" val="183127914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6cd991bf-f022-4378-96e7-2c338aeb3f5a"/>
  <p:tag name="LANG_DEF" val="3079"/>
  <p:tag name="LANG_NAME" val="German Austria"/>
  <p:tag name="MASTCOUNT" val="1"/>
  <p:tag name="DES1LAYOUTCOUNT" val="33"/>
  <p:tag name="LINGO_COUNT" val="2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heme/theme1.xml><?xml version="1.0" encoding="utf-8"?>
<a:theme xmlns:a="http://schemas.openxmlformats.org/drawingml/2006/main" name="TU Wien">
  <a:themeElements>
    <a:clrScheme name="TU Wien">
      <a:dk1>
        <a:srgbClr val="000000"/>
      </a:dk1>
      <a:lt1>
        <a:srgbClr val="FFFFFF"/>
      </a:lt1>
      <a:dk2>
        <a:srgbClr val="006699"/>
      </a:dk2>
      <a:lt2>
        <a:srgbClr val="DFF2FD"/>
      </a:lt2>
      <a:accent1>
        <a:srgbClr val="006699"/>
      </a:accent1>
      <a:accent2>
        <a:srgbClr val="72ADD5"/>
      </a:accent2>
      <a:accent3>
        <a:srgbClr val="A6D5EC"/>
      </a:accent3>
      <a:accent4>
        <a:srgbClr val="DFF2FD"/>
      </a:accent4>
      <a:accent5>
        <a:srgbClr val="646363"/>
      </a:accent5>
      <a:accent6>
        <a:srgbClr val="5485AB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ile Körper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Blau 1">
      <a:srgbClr val="5485AB"/>
    </a:custClr>
    <a:custClr name="Blau 2">
      <a:srgbClr val="72ADD5"/>
    </a:custClr>
    <a:custClr name="Blau 3">
      <a:srgbClr val="A6D5EC"/>
    </a:custClr>
    <a:custClr name="Blau 4">
      <a:srgbClr val="DFF2FD"/>
    </a:custClr>
    <a:custClr name="Grün 1">
      <a:srgbClr val="007E71"/>
    </a:custClr>
    <a:custClr name="Grün 2">
      <a:srgbClr val="6AAAA5"/>
    </a:custClr>
    <a:custClr name="Grün 3">
      <a:srgbClr val="A2C6C2"/>
    </a:custClr>
    <a:custClr name="Grün 4">
      <a:srgbClr val="E9F1F0"/>
    </a:custClr>
    <a:custClr name="Magenta 1">
      <a:srgbClr val="BA4682"/>
    </a:custClr>
    <a:custClr name="Magenta 2">
      <a:srgbClr val="CD81A8"/>
    </a:custClr>
    <a:custClr name="Magenta 3">
      <a:srgbClr val="DFAFCA"/>
    </a:custClr>
    <a:custClr name="Magenta 4">
      <a:srgbClr val="F5E5EF"/>
    </a:custClr>
    <a:custClr name="Orange 1">
      <a:srgbClr val="E18922"/>
    </a:custClr>
    <a:custClr name="Orange 2">
      <a:srgbClr val="EEB473"/>
    </a:custClr>
    <a:custClr name="Orange 3">
      <a:srgbClr val="F5D0A8"/>
    </a:custClr>
    <a:custClr name="Orange 4">
      <a:srgbClr val="FDEFE1"/>
    </a:custClr>
    <a:custClr name="Grau 1">
      <a:srgbClr val="646363"/>
    </a:custClr>
    <a:custClr name="Grau 2">
      <a:srgbClr val="9D9D9C"/>
    </a:custClr>
    <a:custClr name="Grau 3">
      <a:srgbClr val="D0D0D0"/>
    </a:custClr>
    <a:custClr name="Grau 4">
      <a:srgbClr val="EDEDED"/>
    </a:custClr>
  </a:custClrLst>
  <a:extLst>
    <a:ext uri="{05A4C25C-085E-4340-85A3-A5531E510DB2}">
      <thm15:themeFamily xmlns:thm15="http://schemas.microsoft.com/office/thememl/2012/main" name="TUW_Musterpraesentation.potx" id="{2E710E09-D0C1-444E-9EE2-99D6F66FD162}" vid="{BCCD5661-7924-46E1-AD3D-9AC2BD2CC4A5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Cython_PurePython</Template>
  <TotalTime>0</TotalTime>
  <Words>270</Words>
  <Application>Microsoft Office PowerPoint</Application>
  <PresentationFormat>Breitbild</PresentationFormat>
  <Paragraphs>75</Paragraphs>
  <Slides>10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2" baseType="lpstr">
      <vt:lpstr>Arial</vt:lpstr>
      <vt:lpstr>TU Wien</vt:lpstr>
      <vt:lpstr>Cython im Pure-Python Mode</vt:lpstr>
      <vt:lpstr>Geeignet bei</vt:lpstr>
      <vt:lpstr>Performance des ursprünglichen Python Codes</vt:lpstr>
      <vt:lpstr>Einfügen der Dekoratoren</vt:lpstr>
      <vt:lpstr>Weitere Verbesserung: Ersetzen langsamer numpy Funktionen</vt:lpstr>
      <vt:lpstr>Weitere Verbesserung: Verhinderung von Broadcasting</vt:lpstr>
      <vt:lpstr>Performance Gewinn</vt:lpstr>
      <vt:lpstr>Vorteile</vt:lpstr>
      <vt:lpstr>Ist Cython das richtige Tool?</vt:lpstr>
      <vt:lpstr>Fazit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Kern, Thomas Anton</dc:creator>
  <cp:lastModifiedBy>Kern, Thomas Anton</cp:lastModifiedBy>
  <cp:revision>1</cp:revision>
  <dcterms:created xsi:type="dcterms:W3CDTF">2025-11-06T14:38:06Z</dcterms:created>
  <dcterms:modified xsi:type="dcterms:W3CDTF">2025-11-06T16:15:43Z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0x01010047F7283A7873274F8E189EC753F03E5A</vt:lpwstr>
  </property>
</Properties>
</file>